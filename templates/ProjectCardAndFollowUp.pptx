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  <p:sldMasterId id="2147483661" r:id="rId6"/>
    <p:sldMasterId id="2147483671" r:id="rId7"/>
    <p:sldMasterId id="2147483685" r:id="rId8"/>
    <p:sldMasterId id="2147483688" r:id="rId9"/>
    <p:sldMasterId id="2147483696" r:id="rId10"/>
    <p:sldMasterId id="2147483701" r:id="rId11"/>
  </p:sldMasterIdLst>
  <p:notesMasterIdLst>
    <p:notesMasterId r:id="rId12"/>
  </p:notesMasterIdLst>
  <p:sldIdLst>
    <p:sldId id="256" r:id="rId13"/>
    <p:sldId id="257" r:id="rId14"/>
    <p:sldId id="258" r:id="rId15"/>
  </p:sldIdLst>
  <p:sldSz cy="5143500" cx="9144000"/>
  <p:notesSz cx="6889750" cy="10021875"/>
  <p:embeddedFontLst>
    <p:embeddedFont>
      <p:font typeface="Lato"/>
      <p:regular r:id="rId16"/>
      <p:bold r:id="rId17"/>
      <p:italic r:id="rId18"/>
      <p:boldItalic r:id="rId19"/>
    </p:embeddedFont>
    <p:embeddedFont>
      <p:font typeface="Lato Light"/>
      <p:regular r:id="rId20"/>
      <p:bold r:id="rId21"/>
      <p:italic r:id="rId22"/>
      <p:boldItalic r:id="rId23"/>
    </p:embeddedFont>
    <p:embeddedFont>
      <p:font typeface="Lato Black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8uiI3howfFOz7B2zj3neaWEmm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4FFD60-6B57-453A-9282-2F6B59944FBC}">
  <a:tblStyle styleId="{934FFD60-6B57-453A-9282-2F6B59944FBC}" styleName="Table_0">
    <a:wholeTbl>
      <a:tcTxStyle b="off" i="off">
        <a:font>
          <a:latin typeface="Lato"/>
          <a:ea typeface="Lato"/>
          <a:cs typeface="Lato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7E7E7"/>
          </a:solidFill>
        </a:fill>
      </a:tcStyle>
    </a:wholeTbl>
    <a:band1H>
      <a:tcTxStyle b="off" i="off"/>
      <a:tcStyle>
        <a:fill>
          <a:solidFill>
            <a:srgbClr val="EECBC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ECBCB"/>
          </a:solidFill>
        </a:fill>
      </a:tcStyle>
    </a:band1V>
    <a:band2V>
      <a:tcTxStyle b="off" i="off"/>
    </a:band2V>
    <a:lastCol>
      <a:tcTxStyle b="on" i="off">
        <a:font>
          <a:latin typeface="Lato"/>
          <a:ea typeface="Lato"/>
          <a:cs typeface="Lato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Lato"/>
          <a:ea typeface="Lato"/>
          <a:cs typeface="Lato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Lato"/>
          <a:ea typeface="Lato"/>
          <a:cs typeface="Lato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Lato"/>
          <a:ea typeface="Lato"/>
          <a:cs typeface="Lato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Light-regular.fntdata"/><Relationship Id="rId22" Type="http://schemas.openxmlformats.org/officeDocument/2006/relationships/font" Target="fonts/LatoLight-italic.fntdata"/><Relationship Id="rId21" Type="http://schemas.openxmlformats.org/officeDocument/2006/relationships/font" Target="fonts/LatoLight-bold.fntdata"/><Relationship Id="rId24" Type="http://schemas.openxmlformats.org/officeDocument/2006/relationships/font" Target="fonts/LatoBlack-bold.fntdata"/><Relationship Id="rId23" Type="http://schemas.openxmlformats.org/officeDocument/2006/relationships/font" Target="fonts/LatoLight-boldItalic.fntdata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customschemas.google.com/relationships/presentationmetadata" Target="metadata"/><Relationship Id="rId25" Type="http://schemas.openxmlformats.org/officeDocument/2006/relationships/font" Target="fonts/LatoBlack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1" Type="http://schemas.openxmlformats.org/officeDocument/2006/relationships/slideMaster" Target="slideMasters/slideMaster8.xml"/><Relationship Id="rId10" Type="http://schemas.openxmlformats.org/officeDocument/2006/relationships/slideMaster" Target="slideMasters/slideMaster7.xml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19" Type="http://schemas.openxmlformats.org/officeDocument/2006/relationships/font" Target="fonts/Lato-boldItalic.fntdata"/><Relationship Id="rId1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85558" cy="502835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02597" y="0"/>
            <a:ext cx="2985558" cy="502835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38150" y="1252538"/>
            <a:ext cx="6013450" cy="33829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19055"/>
            <a:ext cx="2985558" cy="50283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:notes"/>
          <p:cNvSpPr/>
          <p:nvPr>
            <p:ph idx="2" type="sldImg"/>
          </p:nvPr>
        </p:nvSpPr>
        <p:spPr>
          <a:xfrm>
            <a:off x="438150" y="1252538"/>
            <a:ext cx="6013450" cy="33829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p1:notes"/>
          <p:cNvSpPr txBox="1"/>
          <p:nvPr>
            <p:ph idx="1" type="body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p1:notes"/>
          <p:cNvSpPr txBox="1"/>
          <p:nvPr>
            <p:ph idx="12" type="sldNum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fr-F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:notes"/>
          <p:cNvSpPr txBox="1"/>
          <p:nvPr>
            <p:ph idx="1" type="body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p2:notes"/>
          <p:cNvSpPr/>
          <p:nvPr>
            <p:ph idx="2" type="sldImg"/>
          </p:nvPr>
        </p:nvSpPr>
        <p:spPr>
          <a:xfrm>
            <a:off x="438150" y="1252538"/>
            <a:ext cx="6013450" cy="33829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:notes"/>
          <p:cNvSpPr/>
          <p:nvPr>
            <p:ph idx="2" type="sldImg"/>
          </p:nvPr>
        </p:nvSpPr>
        <p:spPr>
          <a:xfrm>
            <a:off x="438150" y="1252538"/>
            <a:ext cx="6013450" cy="33829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3:notes"/>
          <p:cNvSpPr txBox="1"/>
          <p:nvPr>
            <p:ph idx="1" type="body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p3:notes"/>
          <p:cNvSpPr txBox="1"/>
          <p:nvPr>
            <p:ph idx="12" type="sldNum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fr-FR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po_Project_Review_slide_1">
  <p:cSld name="2_Ipo_Project_Review_slid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/>
          <p:nvPr/>
        </p:nvSpPr>
        <p:spPr>
          <a:xfrm>
            <a:off x="360000" y="719999"/>
            <a:ext cx="4140000" cy="945495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16;p5"/>
          <p:cNvSpPr txBox="1"/>
          <p:nvPr/>
        </p:nvSpPr>
        <p:spPr>
          <a:xfrm>
            <a:off x="430766" y="580232"/>
            <a:ext cx="2423945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DESCRIPTION &amp; EXPECTED BENEFITS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"/>
          <p:cNvSpPr/>
          <p:nvPr/>
        </p:nvSpPr>
        <p:spPr>
          <a:xfrm>
            <a:off x="360000" y="3901567"/>
            <a:ext cx="4140000" cy="958433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18;p5"/>
          <p:cNvSpPr txBox="1"/>
          <p:nvPr/>
        </p:nvSpPr>
        <p:spPr>
          <a:xfrm>
            <a:off x="430767" y="3786569"/>
            <a:ext cx="860869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5"/>
          <p:cNvSpPr/>
          <p:nvPr/>
        </p:nvSpPr>
        <p:spPr>
          <a:xfrm>
            <a:off x="4680000" y="3213062"/>
            <a:ext cx="4140000" cy="381769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" name="Google Shape;20;p5"/>
          <p:cNvSpPr txBox="1"/>
          <p:nvPr/>
        </p:nvSpPr>
        <p:spPr>
          <a:xfrm>
            <a:off x="4751384" y="3089982"/>
            <a:ext cx="605827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TRENDS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 txBox="1"/>
          <p:nvPr/>
        </p:nvSpPr>
        <p:spPr>
          <a:xfrm>
            <a:off x="4680000" y="3277454"/>
            <a:ext cx="4140150" cy="270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4A"/>
              </a:buClr>
              <a:buSzPts val="1100"/>
              <a:buFont typeface="Lato Black"/>
              <a:buNone/>
            </a:pPr>
            <a:r>
              <a:rPr b="1" i="0" lang="fr-FR" sz="1100" u="none" cap="none" strike="noStrike">
                <a:solidFill>
                  <a:srgbClr val="003D4A"/>
                </a:solidFill>
                <a:latin typeface="Lato Black"/>
                <a:ea typeface="Lato Black"/>
                <a:cs typeface="Lato Black"/>
                <a:sym typeface="Lato Black"/>
              </a:rPr>
              <a:t>Scope	Schedule	 Budget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3028708" y="4985133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" name="Google Shape;23;p5"/>
          <p:cNvSpPr/>
          <p:nvPr/>
        </p:nvSpPr>
        <p:spPr>
          <a:xfrm>
            <a:off x="4680000" y="720000"/>
            <a:ext cx="4140000" cy="1178084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4744511" y="627743"/>
            <a:ext cx="828000" cy="215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4680000" y="2047855"/>
            <a:ext cx="4140000" cy="1030589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4744511" y="1945133"/>
            <a:ext cx="1107285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RISKS &amp;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360000" y="2697197"/>
            <a:ext cx="4140000" cy="1089372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430767" y="2585990"/>
            <a:ext cx="860869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PROGRESS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360000" y="1800000"/>
            <a:ext cx="4140000" cy="771750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430766" y="1675782"/>
            <a:ext cx="1606189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SCOPE &amp; MILESTONES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680000" y="3733662"/>
            <a:ext cx="4140000" cy="1126338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4744511" y="3618157"/>
            <a:ext cx="82800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BUDGET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360000" y="153523"/>
            <a:ext cx="8496150" cy="397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  <a:defRPr b="1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message clef">
  <p:cSld name="Texte + message clef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23850" y="929641"/>
            <a:ext cx="8248650" cy="378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6"/>
          <p:cNvSpPr/>
          <p:nvPr/>
        </p:nvSpPr>
        <p:spPr>
          <a:xfrm>
            <a:off x="9231085" y="0"/>
            <a:ext cx="105373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8" name="Google Shape;38;p6"/>
          <p:cNvGrpSpPr/>
          <p:nvPr/>
        </p:nvGrpSpPr>
        <p:grpSpPr>
          <a:xfrm>
            <a:off x="9336697" y="216653"/>
            <a:ext cx="582366" cy="1331481"/>
            <a:chOff x="9336697" y="216653"/>
            <a:chExt cx="452690" cy="1034999"/>
          </a:xfrm>
        </p:grpSpPr>
        <p:sp>
          <p:nvSpPr>
            <p:cNvPr id="39" name="Google Shape;39;p6"/>
            <p:cNvSpPr/>
            <p:nvPr/>
          </p:nvSpPr>
          <p:spPr>
            <a:xfrm>
              <a:off x="9336697" y="216653"/>
              <a:ext cx="190800" cy="190800"/>
            </a:xfrm>
            <a:prstGeom prst="rect">
              <a:avLst/>
            </a:prstGeom>
            <a:solidFill>
              <a:srgbClr val="D324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6"/>
            <p:cNvSpPr/>
            <p:nvPr/>
          </p:nvSpPr>
          <p:spPr>
            <a:xfrm>
              <a:off x="9597038" y="216653"/>
              <a:ext cx="192349" cy="190800"/>
            </a:xfrm>
            <a:prstGeom prst="rect">
              <a:avLst/>
            </a:prstGeom>
            <a:solidFill>
              <a:srgbClr val="003D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9336697" y="494491"/>
              <a:ext cx="190800" cy="190800"/>
            </a:xfrm>
            <a:prstGeom prst="rect">
              <a:avLst/>
            </a:prstGeom>
            <a:solidFill>
              <a:srgbClr val="667C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9597038" y="494491"/>
              <a:ext cx="192349" cy="190800"/>
            </a:xfrm>
            <a:prstGeom prst="rect">
              <a:avLst/>
            </a:prstGeom>
            <a:solidFill>
              <a:srgbClr val="693D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9336697" y="783014"/>
              <a:ext cx="190800" cy="190800"/>
            </a:xfrm>
            <a:prstGeom prst="rect">
              <a:avLst/>
            </a:prstGeom>
            <a:solidFill>
              <a:srgbClr val="5C758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597038" y="783014"/>
              <a:ext cx="192349" cy="190800"/>
            </a:xfrm>
            <a:prstGeom prst="rect">
              <a:avLst/>
            </a:prstGeom>
            <a:solidFill>
              <a:srgbClr val="2FAE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9336697" y="1060852"/>
              <a:ext cx="190800" cy="190800"/>
            </a:xfrm>
            <a:prstGeom prst="rect">
              <a:avLst/>
            </a:prstGeom>
            <a:solidFill>
              <a:srgbClr val="589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6" name="Google Shape;46;p6"/>
          <p:cNvSpPr/>
          <p:nvPr/>
        </p:nvSpPr>
        <p:spPr>
          <a:xfrm>
            <a:off x="9338836" y="1933542"/>
            <a:ext cx="180131" cy="187223"/>
          </a:xfrm>
          <a:prstGeom prst="rect">
            <a:avLst/>
          </a:prstGeom>
          <a:solidFill>
            <a:srgbClr val="75B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9625719" y="1933542"/>
            <a:ext cx="180131" cy="187223"/>
          </a:xfrm>
          <a:prstGeom prst="rect">
            <a:avLst/>
          </a:prstGeom>
          <a:solidFill>
            <a:srgbClr val="96C6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9338836" y="2994438"/>
            <a:ext cx="180131" cy="187223"/>
          </a:xfrm>
          <a:prstGeom prst="rect">
            <a:avLst/>
          </a:prstGeom>
          <a:solidFill>
            <a:srgbClr val="28B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9625719" y="2994438"/>
            <a:ext cx="180131" cy="187223"/>
          </a:xfrm>
          <a:prstGeom prst="rect">
            <a:avLst/>
          </a:prstGeom>
          <a:solidFill>
            <a:srgbClr val="52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9338836" y="2198766"/>
            <a:ext cx="180131" cy="187223"/>
          </a:xfrm>
          <a:prstGeom prst="rect">
            <a:avLst/>
          </a:prstGeom>
          <a:solidFill>
            <a:srgbClr val="87A1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9625719" y="2198766"/>
            <a:ext cx="180131" cy="187223"/>
          </a:xfrm>
          <a:prstGeom prst="rect">
            <a:avLst/>
          </a:prstGeom>
          <a:solidFill>
            <a:srgbClr val="CBD7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9338836" y="3259662"/>
            <a:ext cx="180131" cy="187223"/>
          </a:xfrm>
          <a:prstGeom prst="rect">
            <a:avLst/>
          </a:prstGeom>
          <a:solidFill>
            <a:srgbClr val="3A36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9625719" y="3259662"/>
            <a:ext cx="180131" cy="187223"/>
          </a:xfrm>
          <a:prstGeom prst="rect">
            <a:avLst/>
          </a:prstGeom>
          <a:solidFill>
            <a:srgbClr val="6D3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9338836" y="4320558"/>
            <a:ext cx="180131" cy="187223"/>
          </a:xfrm>
          <a:prstGeom prst="rect">
            <a:avLst/>
          </a:prstGeom>
          <a:solidFill>
            <a:srgbClr val="F9B7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9637176" y="4055334"/>
            <a:ext cx="180131" cy="187223"/>
          </a:xfrm>
          <a:prstGeom prst="rect">
            <a:avLst/>
          </a:prstGeom>
          <a:solidFill>
            <a:srgbClr val="9A89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9338836" y="2463990"/>
            <a:ext cx="180131" cy="187223"/>
          </a:xfrm>
          <a:prstGeom prst="rect">
            <a:avLst/>
          </a:prstGeom>
          <a:solidFill>
            <a:srgbClr val="C6E1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9625719" y="2463990"/>
            <a:ext cx="180131" cy="187223"/>
          </a:xfrm>
          <a:prstGeom prst="rect">
            <a:avLst/>
          </a:prstGeom>
          <a:solidFill>
            <a:srgbClr val="B4DE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9637176" y="3790110"/>
            <a:ext cx="180131" cy="187223"/>
          </a:xfrm>
          <a:prstGeom prst="rect">
            <a:avLst/>
          </a:prstGeom>
          <a:solidFill>
            <a:srgbClr val="5E3C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9338836" y="3524886"/>
            <a:ext cx="180131" cy="187223"/>
          </a:xfrm>
          <a:prstGeom prst="rect">
            <a:avLst/>
          </a:prstGeom>
          <a:solidFill>
            <a:srgbClr val="875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637176" y="4320558"/>
            <a:ext cx="180131" cy="187223"/>
          </a:xfrm>
          <a:prstGeom prst="rect">
            <a:avLst/>
          </a:prstGeom>
          <a:solidFill>
            <a:srgbClr val="FFEF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9338836" y="2729214"/>
            <a:ext cx="180131" cy="187223"/>
          </a:xfrm>
          <a:prstGeom prst="rect">
            <a:avLst/>
          </a:prstGeom>
          <a:solidFill>
            <a:srgbClr val="B2CB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9625719" y="2729214"/>
            <a:ext cx="180131" cy="187223"/>
          </a:xfrm>
          <a:prstGeom prst="rect">
            <a:avLst/>
          </a:prstGeom>
          <a:solidFill>
            <a:srgbClr val="80C8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9629780" y="3524886"/>
            <a:ext cx="180131" cy="187223"/>
          </a:xfrm>
          <a:prstGeom prst="rect">
            <a:avLst/>
          </a:prstGeom>
          <a:solidFill>
            <a:srgbClr val="A01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" name="Google Shape;64;p6"/>
          <p:cNvSpPr txBox="1"/>
          <p:nvPr/>
        </p:nvSpPr>
        <p:spPr>
          <a:xfrm rot="5400000">
            <a:off x="8999099" y="1122636"/>
            <a:ext cx="22265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 txBox="1"/>
          <p:nvPr/>
        </p:nvSpPr>
        <p:spPr>
          <a:xfrm rot="5400000">
            <a:off x="9325326" y="2552228"/>
            <a:ext cx="159305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6"/>
          <p:cNvCxnSpPr/>
          <p:nvPr/>
        </p:nvCxnSpPr>
        <p:spPr>
          <a:xfrm>
            <a:off x="9344297" y="1741715"/>
            <a:ext cx="67056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6"/>
          <p:cNvSpPr/>
          <p:nvPr/>
        </p:nvSpPr>
        <p:spPr>
          <a:xfrm>
            <a:off x="9338836" y="3790110"/>
            <a:ext cx="180131" cy="187223"/>
          </a:xfrm>
          <a:prstGeom prst="rect">
            <a:avLst/>
          </a:prstGeom>
          <a:solidFill>
            <a:srgbClr val="CC3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9338836" y="4055334"/>
            <a:ext cx="180131" cy="187223"/>
          </a:xfrm>
          <a:prstGeom prst="rect">
            <a:avLst/>
          </a:prstGeom>
          <a:solidFill>
            <a:srgbClr val="F081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9338836" y="4851001"/>
            <a:ext cx="180131" cy="187223"/>
          </a:xfrm>
          <a:prstGeom prst="rect">
            <a:avLst/>
          </a:prstGeom>
          <a:solidFill>
            <a:srgbClr val="D8D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9637176" y="4851001"/>
            <a:ext cx="180131" cy="187223"/>
          </a:xfrm>
          <a:prstGeom prst="rect">
            <a:avLst/>
          </a:prstGeom>
          <a:solidFill>
            <a:srgbClr val="E4DC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9338836" y="4585782"/>
            <a:ext cx="180131" cy="187223"/>
          </a:xfrm>
          <a:prstGeom prst="rect">
            <a:avLst/>
          </a:prstGeom>
          <a:solidFill>
            <a:srgbClr val="F5C0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9637176" y="4585782"/>
            <a:ext cx="180131" cy="187223"/>
          </a:xfrm>
          <a:prstGeom prst="rect">
            <a:avLst/>
          </a:prstGeom>
          <a:solidFill>
            <a:srgbClr val="FFE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po_Project_Review_Slide_2">
  <p:cSld name="Ipo_Project_Review_Slide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>
            <p:ph idx="1" type="body"/>
          </p:nvPr>
        </p:nvSpPr>
        <p:spPr>
          <a:xfrm>
            <a:off x="260340" y="107576"/>
            <a:ext cx="2866237" cy="4521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grpSp>
        <p:nvGrpSpPr>
          <p:cNvPr id="75" name="Google Shape;75;p7"/>
          <p:cNvGrpSpPr/>
          <p:nvPr/>
        </p:nvGrpSpPr>
        <p:grpSpPr>
          <a:xfrm>
            <a:off x="260490" y="615439"/>
            <a:ext cx="8495999" cy="2919518"/>
            <a:chOff x="310250" y="615439"/>
            <a:chExt cx="8495999" cy="2919518"/>
          </a:xfrm>
        </p:grpSpPr>
        <p:sp>
          <p:nvSpPr>
            <p:cNvPr id="76" name="Google Shape;76;p7"/>
            <p:cNvSpPr/>
            <p:nvPr/>
          </p:nvSpPr>
          <p:spPr>
            <a:xfrm>
              <a:off x="310250" y="728499"/>
              <a:ext cx="8495999" cy="2806458"/>
            </a:xfrm>
            <a:prstGeom prst="rect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11430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Noto Sans Symbols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1430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Noto Sans Symbols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7" name="Google Shape;77;p7"/>
            <p:cNvSpPr txBox="1"/>
            <p:nvPr/>
          </p:nvSpPr>
          <p:spPr>
            <a:xfrm>
              <a:off x="361626" y="615439"/>
              <a:ext cx="765906" cy="2342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6000" lIns="36000" spcFirstLastPara="1" rIns="36000" wrap="square" tIns="36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fr-FR" sz="1050" u="none" cap="none" strike="noStrike">
                  <a:solidFill>
                    <a:srgbClr val="003D4B"/>
                  </a:solidFill>
                  <a:latin typeface="Lato"/>
                  <a:ea typeface="Lato"/>
                  <a:cs typeface="Lato"/>
                  <a:sym typeface="Lato"/>
                </a:rPr>
                <a:t>PLANNING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7"/>
          <p:cNvSpPr txBox="1"/>
          <p:nvPr>
            <p:ph idx="11" type="ftr"/>
          </p:nvPr>
        </p:nvSpPr>
        <p:spPr>
          <a:xfrm>
            <a:off x="3028708" y="4985133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grpSp>
        <p:nvGrpSpPr>
          <p:cNvPr id="79" name="Google Shape;79;p7"/>
          <p:cNvGrpSpPr/>
          <p:nvPr/>
        </p:nvGrpSpPr>
        <p:grpSpPr>
          <a:xfrm>
            <a:off x="260340" y="3590493"/>
            <a:ext cx="8495998" cy="1263337"/>
            <a:chOff x="310100" y="3590493"/>
            <a:chExt cx="8495998" cy="1263337"/>
          </a:xfrm>
        </p:grpSpPr>
        <p:sp>
          <p:nvSpPr>
            <p:cNvPr id="80" name="Google Shape;80;p7"/>
            <p:cNvSpPr/>
            <p:nvPr/>
          </p:nvSpPr>
          <p:spPr>
            <a:xfrm>
              <a:off x="310100" y="3714243"/>
              <a:ext cx="8495998" cy="1139587"/>
            </a:xfrm>
            <a:prstGeom prst="rect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50848" lvl="0" marL="108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32427"/>
                </a:buClr>
                <a:buSzPts val="900"/>
                <a:buFont typeface="Noto Sans Symbols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11430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Noto Sans Symbols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1" name="Google Shape;81;p7"/>
            <p:cNvSpPr txBox="1"/>
            <p:nvPr/>
          </p:nvSpPr>
          <p:spPr>
            <a:xfrm>
              <a:off x="368500" y="3590493"/>
              <a:ext cx="1962189" cy="2342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6000" lIns="36000" spcFirstLastPara="1" rIns="36000" wrap="square" tIns="36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fr-FR" sz="1050" u="none" cap="none" strike="noStrike">
                  <a:solidFill>
                    <a:srgbClr val="003D4B"/>
                  </a:solidFill>
                  <a:latin typeface="Lato"/>
                  <a:ea typeface="Lato"/>
                  <a:cs typeface="Lato"/>
                  <a:sym typeface="Lato"/>
                </a:rPr>
                <a:t>TEAM WORKLOAD IN M/D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">
  <p:cSld name="Text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2" type="body"/>
          </p:nvPr>
        </p:nvSpPr>
        <p:spPr>
          <a:xfrm>
            <a:off x="323850" y="929641"/>
            <a:ext cx="8496300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xtes">
  <p:cSld name="2 Texte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2" type="body"/>
          </p:nvPr>
        </p:nvSpPr>
        <p:spPr>
          <a:xfrm>
            <a:off x="323850" y="937075"/>
            <a:ext cx="4173809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9" name="Google Shape;89;p9"/>
          <p:cNvSpPr txBox="1"/>
          <p:nvPr>
            <p:ph idx="3" type="body"/>
          </p:nvPr>
        </p:nvSpPr>
        <p:spPr>
          <a:xfrm>
            <a:off x="4646342" y="937075"/>
            <a:ext cx="4177988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soustitre">
  <p:cSld name="Texte + soustitr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2" type="body"/>
          </p:nvPr>
        </p:nvSpPr>
        <p:spPr>
          <a:xfrm>
            <a:off x="323850" y="929641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3" type="body"/>
          </p:nvPr>
        </p:nvSpPr>
        <p:spPr>
          <a:xfrm>
            <a:off x="323850" y="1554479"/>
            <a:ext cx="8488363" cy="3149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4" name="Google Shape;94;p10"/>
          <p:cNvSpPr/>
          <p:nvPr/>
        </p:nvSpPr>
        <p:spPr>
          <a:xfrm>
            <a:off x="9231085" y="0"/>
            <a:ext cx="105373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5" name="Google Shape;95;p10"/>
          <p:cNvGrpSpPr/>
          <p:nvPr/>
        </p:nvGrpSpPr>
        <p:grpSpPr>
          <a:xfrm>
            <a:off x="9336697" y="216653"/>
            <a:ext cx="582366" cy="1331481"/>
            <a:chOff x="9336697" y="216653"/>
            <a:chExt cx="452690" cy="1034999"/>
          </a:xfrm>
        </p:grpSpPr>
        <p:sp>
          <p:nvSpPr>
            <p:cNvPr id="96" name="Google Shape;96;p10"/>
            <p:cNvSpPr/>
            <p:nvPr/>
          </p:nvSpPr>
          <p:spPr>
            <a:xfrm>
              <a:off x="9336697" y="216653"/>
              <a:ext cx="190800" cy="190800"/>
            </a:xfrm>
            <a:prstGeom prst="rect">
              <a:avLst/>
            </a:prstGeom>
            <a:solidFill>
              <a:srgbClr val="D324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7" name="Google Shape;97;p10"/>
            <p:cNvSpPr/>
            <p:nvPr/>
          </p:nvSpPr>
          <p:spPr>
            <a:xfrm>
              <a:off x="9597038" y="216653"/>
              <a:ext cx="192349" cy="190800"/>
            </a:xfrm>
            <a:prstGeom prst="rect">
              <a:avLst/>
            </a:prstGeom>
            <a:solidFill>
              <a:srgbClr val="003D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9336697" y="494491"/>
              <a:ext cx="190800" cy="190800"/>
            </a:xfrm>
            <a:prstGeom prst="rect">
              <a:avLst/>
            </a:prstGeom>
            <a:solidFill>
              <a:srgbClr val="667C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9597038" y="494491"/>
              <a:ext cx="192349" cy="190800"/>
            </a:xfrm>
            <a:prstGeom prst="rect">
              <a:avLst/>
            </a:prstGeom>
            <a:solidFill>
              <a:srgbClr val="693D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0" name="Google Shape;100;p10"/>
            <p:cNvSpPr/>
            <p:nvPr/>
          </p:nvSpPr>
          <p:spPr>
            <a:xfrm>
              <a:off x="9336697" y="783014"/>
              <a:ext cx="190800" cy="190800"/>
            </a:xfrm>
            <a:prstGeom prst="rect">
              <a:avLst/>
            </a:prstGeom>
            <a:solidFill>
              <a:srgbClr val="5C758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9597038" y="783014"/>
              <a:ext cx="192349" cy="190800"/>
            </a:xfrm>
            <a:prstGeom prst="rect">
              <a:avLst/>
            </a:prstGeom>
            <a:solidFill>
              <a:srgbClr val="2FAE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9336697" y="1060852"/>
              <a:ext cx="190800" cy="190800"/>
            </a:xfrm>
            <a:prstGeom prst="rect">
              <a:avLst/>
            </a:prstGeom>
            <a:solidFill>
              <a:srgbClr val="589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3" name="Google Shape;103;p10"/>
          <p:cNvSpPr/>
          <p:nvPr/>
        </p:nvSpPr>
        <p:spPr>
          <a:xfrm>
            <a:off x="9338836" y="1933542"/>
            <a:ext cx="180131" cy="187223"/>
          </a:xfrm>
          <a:prstGeom prst="rect">
            <a:avLst/>
          </a:prstGeom>
          <a:solidFill>
            <a:srgbClr val="75B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9625719" y="1933542"/>
            <a:ext cx="180131" cy="187223"/>
          </a:xfrm>
          <a:prstGeom prst="rect">
            <a:avLst/>
          </a:prstGeom>
          <a:solidFill>
            <a:srgbClr val="96C6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9338836" y="2994438"/>
            <a:ext cx="180131" cy="187223"/>
          </a:xfrm>
          <a:prstGeom prst="rect">
            <a:avLst/>
          </a:prstGeom>
          <a:solidFill>
            <a:srgbClr val="28B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9625719" y="2994438"/>
            <a:ext cx="180131" cy="187223"/>
          </a:xfrm>
          <a:prstGeom prst="rect">
            <a:avLst/>
          </a:prstGeom>
          <a:solidFill>
            <a:srgbClr val="52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9338836" y="2198766"/>
            <a:ext cx="180131" cy="187223"/>
          </a:xfrm>
          <a:prstGeom prst="rect">
            <a:avLst/>
          </a:prstGeom>
          <a:solidFill>
            <a:srgbClr val="87A1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9625719" y="2198766"/>
            <a:ext cx="180131" cy="187223"/>
          </a:xfrm>
          <a:prstGeom prst="rect">
            <a:avLst/>
          </a:prstGeom>
          <a:solidFill>
            <a:srgbClr val="CBD7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9338836" y="3259662"/>
            <a:ext cx="180131" cy="187223"/>
          </a:xfrm>
          <a:prstGeom prst="rect">
            <a:avLst/>
          </a:prstGeom>
          <a:solidFill>
            <a:srgbClr val="3A36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9625719" y="3259662"/>
            <a:ext cx="180131" cy="187223"/>
          </a:xfrm>
          <a:prstGeom prst="rect">
            <a:avLst/>
          </a:prstGeom>
          <a:solidFill>
            <a:srgbClr val="6D3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9338836" y="4320558"/>
            <a:ext cx="180131" cy="187223"/>
          </a:xfrm>
          <a:prstGeom prst="rect">
            <a:avLst/>
          </a:prstGeom>
          <a:solidFill>
            <a:srgbClr val="F9B7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9637176" y="4055334"/>
            <a:ext cx="180131" cy="187223"/>
          </a:xfrm>
          <a:prstGeom prst="rect">
            <a:avLst/>
          </a:prstGeom>
          <a:solidFill>
            <a:srgbClr val="9A89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9338836" y="2463990"/>
            <a:ext cx="180131" cy="187223"/>
          </a:xfrm>
          <a:prstGeom prst="rect">
            <a:avLst/>
          </a:prstGeom>
          <a:solidFill>
            <a:srgbClr val="C6E1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9625719" y="2463990"/>
            <a:ext cx="180131" cy="187223"/>
          </a:xfrm>
          <a:prstGeom prst="rect">
            <a:avLst/>
          </a:prstGeom>
          <a:solidFill>
            <a:srgbClr val="B4DE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9637176" y="3790110"/>
            <a:ext cx="180131" cy="187223"/>
          </a:xfrm>
          <a:prstGeom prst="rect">
            <a:avLst/>
          </a:prstGeom>
          <a:solidFill>
            <a:srgbClr val="5E3C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9338836" y="3524886"/>
            <a:ext cx="180131" cy="187223"/>
          </a:xfrm>
          <a:prstGeom prst="rect">
            <a:avLst/>
          </a:prstGeom>
          <a:solidFill>
            <a:srgbClr val="875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9637176" y="4320558"/>
            <a:ext cx="180131" cy="187223"/>
          </a:xfrm>
          <a:prstGeom prst="rect">
            <a:avLst/>
          </a:prstGeom>
          <a:solidFill>
            <a:srgbClr val="FFEF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9338836" y="2729214"/>
            <a:ext cx="180131" cy="187223"/>
          </a:xfrm>
          <a:prstGeom prst="rect">
            <a:avLst/>
          </a:prstGeom>
          <a:solidFill>
            <a:srgbClr val="B2CB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9625719" y="2729214"/>
            <a:ext cx="180131" cy="187223"/>
          </a:xfrm>
          <a:prstGeom prst="rect">
            <a:avLst/>
          </a:prstGeom>
          <a:solidFill>
            <a:srgbClr val="80C8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9629780" y="3524886"/>
            <a:ext cx="180131" cy="187223"/>
          </a:xfrm>
          <a:prstGeom prst="rect">
            <a:avLst/>
          </a:prstGeom>
          <a:solidFill>
            <a:srgbClr val="A01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0"/>
          <p:cNvSpPr txBox="1"/>
          <p:nvPr/>
        </p:nvSpPr>
        <p:spPr>
          <a:xfrm rot="5400000">
            <a:off x="8999099" y="1122636"/>
            <a:ext cx="22265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 txBox="1"/>
          <p:nvPr/>
        </p:nvSpPr>
        <p:spPr>
          <a:xfrm rot="5400000">
            <a:off x="9325326" y="2552228"/>
            <a:ext cx="159305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10"/>
          <p:cNvCxnSpPr/>
          <p:nvPr/>
        </p:nvCxnSpPr>
        <p:spPr>
          <a:xfrm>
            <a:off x="9344297" y="1741715"/>
            <a:ext cx="67056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10"/>
          <p:cNvSpPr/>
          <p:nvPr/>
        </p:nvSpPr>
        <p:spPr>
          <a:xfrm>
            <a:off x="9338836" y="3790110"/>
            <a:ext cx="180131" cy="187223"/>
          </a:xfrm>
          <a:prstGeom prst="rect">
            <a:avLst/>
          </a:prstGeom>
          <a:solidFill>
            <a:srgbClr val="CC3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9338836" y="4055334"/>
            <a:ext cx="180131" cy="187223"/>
          </a:xfrm>
          <a:prstGeom prst="rect">
            <a:avLst/>
          </a:prstGeom>
          <a:solidFill>
            <a:srgbClr val="F081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9338836" y="4851001"/>
            <a:ext cx="180131" cy="187223"/>
          </a:xfrm>
          <a:prstGeom prst="rect">
            <a:avLst/>
          </a:prstGeom>
          <a:solidFill>
            <a:srgbClr val="D8D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9637176" y="4851001"/>
            <a:ext cx="180131" cy="187223"/>
          </a:xfrm>
          <a:prstGeom prst="rect">
            <a:avLst/>
          </a:prstGeom>
          <a:solidFill>
            <a:srgbClr val="E4DC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9338836" y="4585782"/>
            <a:ext cx="180131" cy="187223"/>
          </a:xfrm>
          <a:prstGeom prst="rect">
            <a:avLst/>
          </a:prstGeom>
          <a:solidFill>
            <a:srgbClr val="F5C0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9637176" y="4585782"/>
            <a:ext cx="180131" cy="187223"/>
          </a:xfrm>
          <a:prstGeom prst="rect">
            <a:avLst/>
          </a:prstGeom>
          <a:solidFill>
            <a:srgbClr val="FFE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_Card">
  <p:cSld name="Project_Card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323850" y="99840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2" name="Google Shape;132;p11"/>
          <p:cNvSpPr txBox="1"/>
          <p:nvPr>
            <p:ph idx="2" type="body"/>
          </p:nvPr>
        </p:nvSpPr>
        <p:spPr>
          <a:xfrm>
            <a:off x="323850" y="719581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2FAEB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3" name="Google Shape;133;p11"/>
          <p:cNvSpPr/>
          <p:nvPr/>
        </p:nvSpPr>
        <p:spPr>
          <a:xfrm>
            <a:off x="252000" y="1143000"/>
            <a:ext cx="2808000" cy="37530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3203667" y="1143000"/>
            <a:ext cx="2808000" cy="37530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323850" y="1025664"/>
            <a:ext cx="180015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STAKES AND OBJECTIVES</a:t>
            </a:r>
            <a:endParaRPr b="1" i="0" sz="1000" u="none" cap="none" strike="noStrik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1"/>
          <p:cNvSpPr txBox="1"/>
          <p:nvPr/>
        </p:nvSpPr>
        <p:spPr>
          <a:xfrm>
            <a:off x="3256951" y="1025664"/>
            <a:ext cx="136800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IMPLEMENTATION</a:t>
            </a:r>
            <a:endParaRPr b="1" i="0" sz="1000" u="none" cap="none" strike="noStrik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6156000" y="1143000"/>
            <a:ext cx="2808000" cy="3761868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1"/>
          <p:cNvSpPr txBox="1"/>
          <p:nvPr/>
        </p:nvSpPr>
        <p:spPr>
          <a:xfrm>
            <a:off x="6227668" y="1025664"/>
            <a:ext cx="1368001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COSTS &amp; IMPACTS</a:t>
            </a:r>
            <a:endParaRPr b="1" i="0" sz="1000" u="none" cap="none" strike="noStrik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11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po_Project_Review_slide_1">
  <p:cSld name="1_Ipo_Project_Review_slide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idx="1" type="body"/>
          </p:nvPr>
        </p:nvSpPr>
        <p:spPr>
          <a:xfrm>
            <a:off x="323850" y="93826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2" name="Google Shape;142;p12"/>
          <p:cNvSpPr/>
          <p:nvPr/>
        </p:nvSpPr>
        <p:spPr>
          <a:xfrm>
            <a:off x="324000" y="797250"/>
            <a:ext cx="4175851" cy="708927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396000" y="677314"/>
            <a:ext cx="169200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PROJECT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4643999" y="792839"/>
            <a:ext cx="4175999" cy="815486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4716000" y="671298"/>
            <a:ext cx="655921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TRENDS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323850" y="3972310"/>
            <a:ext cx="4176000" cy="936000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396000" y="3858008"/>
            <a:ext cx="860869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4687595" y="867766"/>
            <a:ext cx="162543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4A"/>
              </a:buClr>
              <a:buSzPts val="1100"/>
              <a:buFont typeface="Lato Black"/>
              <a:buNone/>
            </a:pPr>
            <a:r>
              <a:rPr b="1" i="0" lang="fr-FR" sz="1100" u="none" cap="none" strike="noStrike">
                <a:solidFill>
                  <a:srgbClr val="003D4A"/>
                </a:solidFill>
                <a:latin typeface="Lato Black"/>
                <a:ea typeface="Lato Black"/>
                <a:cs typeface="Lato Black"/>
                <a:sym typeface="Lato Black"/>
              </a:rPr>
              <a:t>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4680000" y="1088660"/>
            <a:ext cx="89573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4A"/>
              </a:buClr>
              <a:buSzPts val="1100"/>
              <a:buFont typeface="Lato Black"/>
              <a:buNone/>
            </a:pPr>
            <a:r>
              <a:rPr b="1" i="0" lang="fr-FR" sz="1100" u="none" cap="none" strike="noStrike">
                <a:solidFill>
                  <a:srgbClr val="003D4A"/>
                </a:solidFill>
                <a:latin typeface="Lato Black"/>
                <a:ea typeface="Lato Black"/>
                <a:cs typeface="Lato Black"/>
                <a:sym typeface="Lato Black"/>
              </a:rPr>
              <a:t>Schedule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4687595" y="1311867"/>
            <a:ext cx="89573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4A"/>
              </a:buClr>
              <a:buSzPts val="1100"/>
              <a:buFont typeface="Lato Black"/>
              <a:buNone/>
            </a:pPr>
            <a:r>
              <a:rPr b="1" i="0" lang="fr-FR" sz="1100" u="none" cap="none" strike="noStrike">
                <a:solidFill>
                  <a:srgbClr val="003D4A"/>
                </a:solidFill>
                <a:latin typeface="Lato Black"/>
                <a:ea typeface="Lato Black"/>
                <a:cs typeface="Lato Black"/>
                <a:sym typeface="Lato Black"/>
              </a:rPr>
              <a:t>Budget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4644000" y="1787297"/>
            <a:ext cx="4175999" cy="2047891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4716000" y="1673378"/>
            <a:ext cx="877006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PLANNING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 txBox="1"/>
          <p:nvPr>
            <p:ph idx="11" type="ftr"/>
          </p:nvPr>
        </p:nvSpPr>
        <p:spPr>
          <a:xfrm>
            <a:off x="3028708" y="4985133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4" name="Google Shape;154;p12"/>
          <p:cNvSpPr/>
          <p:nvPr/>
        </p:nvSpPr>
        <p:spPr>
          <a:xfrm>
            <a:off x="323256" y="2820030"/>
            <a:ext cx="4176000" cy="1015159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396000" y="2705538"/>
            <a:ext cx="82800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323256" y="1643298"/>
            <a:ext cx="4176000" cy="1062430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>
            <a:off x="396000" y="1528994"/>
            <a:ext cx="824869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PROGRESS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4643999" y="3972310"/>
            <a:ext cx="4176000" cy="936000"/>
          </a:xfrm>
          <a:prstGeom prst="rect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4716000" y="3858009"/>
            <a:ext cx="459278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message clef + soustitre">
  <p:cSld name="Texte + message clef + soustitr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3"/>
          <p:cNvSpPr txBox="1"/>
          <p:nvPr>
            <p:ph idx="2" type="body"/>
          </p:nvPr>
        </p:nvSpPr>
        <p:spPr>
          <a:xfrm>
            <a:off x="323850" y="929641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3"/>
          <p:cNvSpPr txBox="1"/>
          <p:nvPr>
            <p:ph idx="3" type="body"/>
          </p:nvPr>
        </p:nvSpPr>
        <p:spPr>
          <a:xfrm>
            <a:off x="323850" y="1275324"/>
            <a:ext cx="8248650" cy="344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vert">
  <p:cSld name="Chapitre image ver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14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4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8" name="Google Shape;168;p14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9" name="Google Shape;169;p14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4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4" name="Google Shape;174;p14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5" name="Google Shape;175;p14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4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nnes pratiques">
  <p:cSld name="Bonnes pratique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4" name="Google Shape;184;p16"/>
          <p:cNvSpPr txBox="1"/>
          <p:nvPr/>
        </p:nvSpPr>
        <p:spPr>
          <a:xfrm>
            <a:off x="323850" y="1385966"/>
            <a:ext cx="5226345" cy="965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Retrouvez ici de nombreux modèles de couvertures, de chapitres et de disposition de textes avec images, graphiques ou tableaux pour répondre à vos différents besoins.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323850" y="1092167"/>
            <a:ext cx="8191500" cy="373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/>
            </a:pPr>
            <a: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Penser à utiliser le menu « Nouvelle diapositive »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323850" y="2006282"/>
            <a:ext cx="6190364" cy="2793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 startAt="2"/>
            </a:pPr>
            <a: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Utiliser des chapitres de couleur différente pour donner </a:t>
            </a:r>
            <a:b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du rythme à votre présentation </a:t>
            </a:r>
            <a:b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endParaRPr b="1" i="0" sz="1200" u="none" cap="none" strike="noStrike">
              <a:solidFill>
                <a:schemeClr val="accent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 startAt="2"/>
            </a:pPr>
            <a: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Modifier le nom de la présentation dans le bas de page en allant dans le menu Insertion, puis en cliquant sur « En-tête/Pied 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 Black"/>
              <a:buNone/>
            </a:pPr>
            <a:r>
              <a:t/>
            </a:r>
            <a:endParaRPr b="1" i="0" sz="1200" u="none" cap="none" strike="noStrike">
              <a:solidFill>
                <a:schemeClr val="accent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 startAt="2"/>
            </a:pPr>
            <a: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Télécharger des images au format .jpg inférieure à 1Mo </a:t>
            </a:r>
            <a:b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pour optimiser le poids du fichier final</a:t>
            </a:r>
            <a:b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endParaRPr b="1" i="0" sz="1200" u="none" cap="none" strike="noStrike">
              <a:solidFill>
                <a:schemeClr val="accent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 startAt="2"/>
            </a:pPr>
            <a: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Co-construire votre présentation grâce à un fichier partagé </a:t>
            </a:r>
            <a:b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depuis OneDrive ou Teams</a:t>
            </a:r>
            <a:b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endParaRPr b="1" i="0" sz="1200" u="none" cap="none" strike="noStrike">
              <a:solidFill>
                <a:schemeClr val="accent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ato Black"/>
              <a:buAutoNum type="arabicPeriod" startAt="2"/>
            </a:pPr>
            <a: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Si vous devez imprimer votre présentation, privilégiez les chapitres </a:t>
            </a:r>
            <a:b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b="1" i="0" lang="fr-FR" sz="1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sans illustration et la diapositive de fin sur fond blanc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6"/>
          <p:cNvPicPr preferRelativeResize="0"/>
          <p:nvPr/>
        </p:nvPicPr>
        <p:blipFill rotWithShape="1">
          <a:blip r:embed="rId2">
            <a:alphaModFix/>
          </a:blip>
          <a:srcRect b="0" l="0" r="54714" t="0"/>
          <a:stretch/>
        </p:blipFill>
        <p:spPr>
          <a:xfrm>
            <a:off x="6536553" y="1311841"/>
            <a:ext cx="1367834" cy="55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/>
          <p:cNvPicPr preferRelativeResize="0"/>
          <p:nvPr/>
        </p:nvPicPr>
        <p:blipFill rotWithShape="1">
          <a:blip r:embed="rId3">
            <a:alphaModFix/>
          </a:blip>
          <a:srcRect b="0" l="0" r="0" t="21234"/>
          <a:stretch/>
        </p:blipFill>
        <p:spPr>
          <a:xfrm>
            <a:off x="6536553" y="1864827"/>
            <a:ext cx="2291277" cy="220070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6863509" y="1399854"/>
            <a:ext cx="132202" cy="21267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7206740" y="998112"/>
            <a:ext cx="960519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fr-FR" sz="135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Cliquez ici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6"/>
          <p:cNvSpPr/>
          <p:nvPr/>
        </p:nvSpPr>
        <p:spPr>
          <a:xfrm rot="-4653001">
            <a:off x="6913394" y="1169347"/>
            <a:ext cx="519443" cy="519443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violet">
  <p:cSld name="Couverture viole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18"/>
          <p:cNvSpPr/>
          <p:nvPr/>
        </p:nvSpPr>
        <p:spPr>
          <a:xfrm>
            <a:off x="559198" y="479575"/>
            <a:ext cx="3624146" cy="418434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18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accent3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accent3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3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01" name="Google Shape;20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bleu">
  <p:cSld name="Couverture bleu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19"/>
          <p:cNvSpPr/>
          <p:nvPr/>
        </p:nvSpPr>
        <p:spPr>
          <a:xfrm>
            <a:off x="559198" y="479576"/>
            <a:ext cx="3624146" cy="41965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19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6" name="Google Shape;206;p19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l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7" name="Google Shape;207;p19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l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8" name="Google Shape;208;p19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l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9" name="Google Shape;209;p19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10" name="Google Shape;2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 vert clair">
  <p:cSld name="Couvertur vert clair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20"/>
          <p:cNvSpPr/>
          <p:nvPr/>
        </p:nvSpPr>
        <p:spPr>
          <a:xfrm>
            <a:off x="559198" y="479576"/>
            <a:ext cx="3624146" cy="41965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0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5" name="Google Shape;215;p20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accent4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6" name="Google Shape;216;p20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accent4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7" name="Google Shape;217;p20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4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20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19" name="Google Shape;2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bleu clair">
  <p:cSld name="Couverture bleu clair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21"/>
          <p:cNvSpPr/>
          <p:nvPr/>
        </p:nvSpPr>
        <p:spPr>
          <a:xfrm>
            <a:off x="559198" y="479576"/>
            <a:ext cx="3624146" cy="418434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28" name="Google Shape;22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orange">
  <p:cSld name="Couverture orange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2"/>
          <p:cNvSpPr/>
          <p:nvPr/>
        </p:nvSpPr>
        <p:spPr>
          <a:xfrm>
            <a:off x="559198" y="479576"/>
            <a:ext cx="3624146" cy="4196540"/>
          </a:xfrm>
          <a:prstGeom prst="rect">
            <a:avLst/>
          </a:prstGeom>
          <a:solidFill>
            <a:srgbClr val="F580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22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rgbClr val="F58027">
              <a:alpha val="5647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rgbClr val="F58027">
              <a:alpha val="5647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rgbClr val="F58027">
              <a:alpha val="5647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6" name="Google Shape;236;p22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37" name="Google Shape;2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vert clair &amp; rouge">
  <p:cSld name="Couverture vert clair &amp; rouge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/>
          <p:nvPr/>
        </p:nvSpPr>
        <p:spPr>
          <a:xfrm>
            <a:off x="559198" y="1823049"/>
            <a:ext cx="3624146" cy="2853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3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3"/>
          <p:cNvSpPr/>
          <p:nvPr/>
        </p:nvSpPr>
        <p:spPr>
          <a:xfrm>
            <a:off x="559198" y="479577"/>
            <a:ext cx="3624146" cy="1407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23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3" name="Google Shape;243;p23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accent4">
              <a:alpha val="69411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4" name="Google Shape;244;p23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accent4">
              <a:alpha val="69411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5" name="Google Shape;245;p23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4">
              <a:alpha val="69411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6" name="Google Shape;246;p23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47" name="Google Shape;24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bleu &amp; rouge">
  <p:cSld name="Couverture bleu &amp; roug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/>
          <p:nvPr>
            <p:ph idx="2" type="pic"/>
          </p:nvPr>
        </p:nvSpPr>
        <p:spPr>
          <a:xfrm>
            <a:off x="1839913" y="0"/>
            <a:ext cx="730408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24"/>
          <p:cNvSpPr/>
          <p:nvPr/>
        </p:nvSpPr>
        <p:spPr>
          <a:xfrm>
            <a:off x="559198" y="1823049"/>
            <a:ext cx="3624146" cy="2853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59198" y="479576"/>
            <a:ext cx="3624146" cy="1407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24"/>
          <p:cNvSpPr txBox="1"/>
          <p:nvPr>
            <p:ph idx="1" type="body"/>
          </p:nvPr>
        </p:nvSpPr>
        <p:spPr>
          <a:xfrm>
            <a:off x="866775" y="784225"/>
            <a:ext cx="3028332" cy="125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3" type="body"/>
          </p:nvPr>
        </p:nvSpPr>
        <p:spPr>
          <a:xfrm>
            <a:off x="1839951" y="0"/>
            <a:ext cx="7304049" cy="479576"/>
          </a:xfrm>
          <a:prstGeom prst="rect">
            <a:avLst/>
          </a:prstGeom>
          <a:solidFill>
            <a:schemeClr val="lt2">
              <a:alpha val="69411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4" name="Google Shape;254;p24"/>
          <p:cNvSpPr txBox="1"/>
          <p:nvPr>
            <p:ph idx="4" type="body"/>
          </p:nvPr>
        </p:nvSpPr>
        <p:spPr>
          <a:xfrm>
            <a:off x="1839951" y="4664752"/>
            <a:ext cx="7304049" cy="479576"/>
          </a:xfrm>
          <a:prstGeom prst="rect">
            <a:avLst/>
          </a:prstGeom>
          <a:solidFill>
            <a:schemeClr val="lt2">
              <a:alpha val="69411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4"/>
          <p:cNvSpPr txBox="1"/>
          <p:nvPr>
            <p:ph idx="5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lt2">
              <a:alpha val="69411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6" name="Google Shape;256;p24"/>
          <p:cNvSpPr txBox="1"/>
          <p:nvPr>
            <p:ph idx="6" type="body"/>
          </p:nvPr>
        </p:nvSpPr>
        <p:spPr>
          <a:xfrm>
            <a:off x="833438" y="2200275"/>
            <a:ext cx="30622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sng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pic>
        <p:nvPicPr>
          <p:cNvPr id="257" name="Google Shape;25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775" y="4172809"/>
            <a:ext cx="1260000" cy="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0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ue image chapter">
  <p:cSld name="Light blue image chapter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25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1" name="Google Shape;261;p25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3" name="Google Shape;263;p25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5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8" name="Google Shape;268;p25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9" name="Google Shape;269;p25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" name="Google Shape;270;p25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6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soustitre">
  <p:cSld name="Texte + soustitre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>
            <p:ph idx="1" type="body"/>
          </p:nvPr>
        </p:nvSpPr>
        <p:spPr>
          <a:xfrm>
            <a:off x="323850" y="268289"/>
            <a:ext cx="4248150" cy="282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3" name="Google Shape;273;p26"/>
          <p:cNvSpPr txBox="1"/>
          <p:nvPr>
            <p:ph idx="2" type="body"/>
          </p:nvPr>
        </p:nvSpPr>
        <p:spPr>
          <a:xfrm>
            <a:off x="323849" y="586177"/>
            <a:ext cx="42481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4" name="Google Shape;274;p26"/>
          <p:cNvSpPr txBox="1"/>
          <p:nvPr>
            <p:ph idx="3" type="body"/>
          </p:nvPr>
        </p:nvSpPr>
        <p:spPr>
          <a:xfrm>
            <a:off x="323850" y="1554479"/>
            <a:ext cx="8488363" cy="3149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5" name="Google Shape;275;p26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6" name="Google Shape;276;p26"/>
          <p:cNvSpPr/>
          <p:nvPr/>
        </p:nvSpPr>
        <p:spPr>
          <a:xfrm>
            <a:off x="9231085" y="0"/>
            <a:ext cx="105373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77" name="Google Shape;277;p26"/>
          <p:cNvGrpSpPr/>
          <p:nvPr/>
        </p:nvGrpSpPr>
        <p:grpSpPr>
          <a:xfrm>
            <a:off x="9336697" y="216653"/>
            <a:ext cx="582366" cy="1331481"/>
            <a:chOff x="9336697" y="216653"/>
            <a:chExt cx="452690" cy="1034999"/>
          </a:xfrm>
        </p:grpSpPr>
        <p:sp>
          <p:nvSpPr>
            <p:cNvPr id="278" name="Google Shape;278;p26"/>
            <p:cNvSpPr/>
            <p:nvPr/>
          </p:nvSpPr>
          <p:spPr>
            <a:xfrm>
              <a:off x="9336697" y="216653"/>
              <a:ext cx="190800" cy="190800"/>
            </a:xfrm>
            <a:prstGeom prst="rect">
              <a:avLst/>
            </a:prstGeom>
            <a:solidFill>
              <a:srgbClr val="D324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9597038" y="216653"/>
              <a:ext cx="192349" cy="190800"/>
            </a:xfrm>
            <a:prstGeom prst="rect">
              <a:avLst/>
            </a:prstGeom>
            <a:solidFill>
              <a:srgbClr val="003D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9336697" y="494491"/>
              <a:ext cx="190800" cy="190800"/>
            </a:xfrm>
            <a:prstGeom prst="rect">
              <a:avLst/>
            </a:prstGeom>
            <a:solidFill>
              <a:srgbClr val="667C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9597038" y="494491"/>
              <a:ext cx="192349" cy="190800"/>
            </a:xfrm>
            <a:prstGeom prst="rect">
              <a:avLst/>
            </a:prstGeom>
            <a:solidFill>
              <a:srgbClr val="693D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9336697" y="783014"/>
              <a:ext cx="190800" cy="190800"/>
            </a:xfrm>
            <a:prstGeom prst="rect">
              <a:avLst/>
            </a:prstGeom>
            <a:solidFill>
              <a:srgbClr val="5C758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9597038" y="783014"/>
              <a:ext cx="192349" cy="190800"/>
            </a:xfrm>
            <a:prstGeom prst="rect">
              <a:avLst/>
            </a:prstGeom>
            <a:solidFill>
              <a:srgbClr val="2FAE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9336697" y="1060852"/>
              <a:ext cx="190800" cy="190800"/>
            </a:xfrm>
            <a:prstGeom prst="rect">
              <a:avLst/>
            </a:prstGeom>
            <a:solidFill>
              <a:srgbClr val="589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85" name="Google Shape;285;p26"/>
          <p:cNvSpPr/>
          <p:nvPr/>
        </p:nvSpPr>
        <p:spPr>
          <a:xfrm>
            <a:off x="9338836" y="1933542"/>
            <a:ext cx="180131" cy="187223"/>
          </a:xfrm>
          <a:prstGeom prst="rect">
            <a:avLst/>
          </a:prstGeom>
          <a:solidFill>
            <a:srgbClr val="75B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9625719" y="1933542"/>
            <a:ext cx="180131" cy="187223"/>
          </a:xfrm>
          <a:prstGeom prst="rect">
            <a:avLst/>
          </a:prstGeom>
          <a:solidFill>
            <a:srgbClr val="96C6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9338836" y="2994438"/>
            <a:ext cx="180131" cy="187223"/>
          </a:xfrm>
          <a:prstGeom prst="rect">
            <a:avLst/>
          </a:prstGeom>
          <a:solidFill>
            <a:srgbClr val="28B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9625719" y="2994438"/>
            <a:ext cx="180131" cy="187223"/>
          </a:xfrm>
          <a:prstGeom prst="rect">
            <a:avLst/>
          </a:prstGeom>
          <a:solidFill>
            <a:srgbClr val="52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9338836" y="2198766"/>
            <a:ext cx="180131" cy="187223"/>
          </a:xfrm>
          <a:prstGeom prst="rect">
            <a:avLst/>
          </a:prstGeom>
          <a:solidFill>
            <a:srgbClr val="87A1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9625719" y="2198766"/>
            <a:ext cx="180131" cy="187223"/>
          </a:xfrm>
          <a:prstGeom prst="rect">
            <a:avLst/>
          </a:prstGeom>
          <a:solidFill>
            <a:srgbClr val="CBD7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9338836" y="3259662"/>
            <a:ext cx="180131" cy="187223"/>
          </a:xfrm>
          <a:prstGeom prst="rect">
            <a:avLst/>
          </a:prstGeom>
          <a:solidFill>
            <a:srgbClr val="3A36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9625719" y="3259662"/>
            <a:ext cx="180131" cy="187223"/>
          </a:xfrm>
          <a:prstGeom prst="rect">
            <a:avLst/>
          </a:prstGeom>
          <a:solidFill>
            <a:srgbClr val="6D3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9338836" y="4320558"/>
            <a:ext cx="180131" cy="187223"/>
          </a:xfrm>
          <a:prstGeom prst="rect">
            <a:avLst/>
          </a:prstGeom>
          <a:solidFill>
            <a:srgbClr val="F9B7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9637176" y="4055334"/>
            <a:ext cx="180131" cy="187223"/>
          </a:xfrm>
          <a:prstGeom prst="rect">
            <a:avLst/>
          </a:prstGeom>
          <a:solidFill>
            <a:srgbClr val="9A89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9338836" y="2463990"/>
            <a:ext cx="180131" cy="187223"/>
          </a:xfrm>
          <a:prstGeom prst="rect">
            <a:avLst/>
          </a:prstGeom>
          <a:solidFill>
            <a:srgbClr val="C6E1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9625719" y="2463990"/>
            <a:ext cx="180131" cy="187223"/>
          </a:xfrm>
          <a:prstGeom prst="rect">
            <a:avLst/>
          </a:prstGeom>
          <a:solidFill>
            <a:srgbClr val="B4DE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9637176" y="3790110"/>
            <a:ext cx="180131" cy="187223"/>
          </a:xfrm>
          <a:prstGeom prst="rect">
            <a:avLst/>
          </a:prstGeom>
          <a:solidFill>
            <a:srgbClr val="5E3C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9338836" y="3524886"/>
            <a:ext cx="180131" cy="187223"/>
          </a:xfrm>
          <a:prstGeom prst="rect">
            <a:avLst/>
          </a:prstGeom>
          <a:solidFill>
            <a:srgbClr val="875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9637176" y="4320558"/>
            <a:ext cx="180131" cy="187223"/>
          </a:xfrm>
          <a:prstGeom prst="rect">
            <a:avLst/>
          </a:prstGeom>
          <a:solidFill>
            <a:srgbClr val="FFEF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9338836" y="2729214"/>
            <a:ext cx="180131" cy="187223"/>
          </a:xfrm>
          <a:prstGeom prst="rect">
            <a:avLst/>
          </a:prstGeom>
          <a:solidFill>
            <a:srgbClr val="B2CB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9625719" y="2729214"/>
            <a:ext cx="180131" cy="187223"/>
          </a:xfrm>
          <a:prstGeom prst="rect">
            <a:avLst/>
          </a:prstGeom>
          <a:solidFill>
            <a:srgbClr val="80C8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9629780" y="3524886"/>
            <a:ext cx="180131" cy="187223"/>
          </a:xfrm>
          <a:prstGeom prst="rect">
            <a:avLst/>
          </a:prstGeom>
          <a:solidFill>
            <a:srgbClr val="A01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 rot="5400000">
            <a:off x="8999099" y="1122636"/>
            <a:ext cx="22265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 rot="5400000">
            <a:off x="9325326" y="2552228"/>
            <a:ext cx="159305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26"/>
          <p:cNvCxnSpPr/>
          <p:nvPr/>
        </p:nvCxnSpPr>
        <p:spPr>
          <a:xfrm>
            <a:off x="9344297" y="1741715"/>
            <a:ext cx="67056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6" name="Google Shape;306;p26"/>
          <p:cNvSpPr/>
          <p:nvPr/>
        </p:nvSpPr>
        <p:spPr>
          <a:xfrm>
            <a:off x="9338836" y="3790110"/>
            <a:ext cx="180131" cy="187223"/>
          </a:xfrm>
          <a:prstGeom prst="rect">
            <a:avLst/>
          </a:prstGeom>
          <a:solidFill>
            <a:srgbClr val="CC3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9338836" y="4055334"/>
            <a:ext cx="180131" cy="187223"/>
          </a:xfrm>
          <a:prstGeom prst="rect">
            <a:avLst/>
          </a:prstGeom>
          <a:solidFill>
            <a:srgbClr val="F081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9338836" y="4851001"/>
            <a:ext cx="180131" cy="187223"/>
          </a:xfrm>
          <a:prstGeom prst="rect">
            <a:avLst/>
          </a:prstGeom>
          <a:solidFill>
            <a:srgbClr val="D8D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9637176" y="4851001"/>
            <a:ext cx="180131" cy="187223"/>
          </a:xfrm>
          <a:prstGeom prst="rect">
            <a:avLst/>
          </a:prstGeom>
          <a:solidFill>
            <a:srgbClr val="E4DC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9338836" y="4585782"/>
            <a:ext cx="180131" cy="187223"/>
          </a:xfrm>
          <a:prstGeom prst="rect">
            <a:avLst/>
          </a:prstGeom>
          <a:solidFill>
            <a:srgbClr val="F5C0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9637176" y="4585782"/>
            <a:ext cx="180131" cy="187223"/>
          </a:xfrm>
          <a:prstGeom prst="rect">
            <a:avLst/>
          </a:prstGeom>
          <a:solidFill>
            <a:srgbClr val="FFE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violet">
  <p:cSld name="Chapitre image viole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28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3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8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3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8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3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8" name="Google Shape;318;p28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8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3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8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4" name="Google Shape;324;p28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28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bleu clair">
  <p:cSld name="Chapitre image bleu clair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29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4" name="Google Shape;334;p29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9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6" name="Google Shape;336;p29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7" name="Google Shape;337;p29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29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6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orange">
  <p:cSld name="Chapitre image oran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30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5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5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3" name="Google Shape;343;p30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5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4" name="Google Shape;344;p30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0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5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0" name="Google Shape;350;p30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" name="Google Shape;351;p30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5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vert">
  <p:cSld name="Chapitre image vert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31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5" name="Google Shape;355;p31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6" name="Google Shape;356;p31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7" name="Google Shape;357;p31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31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1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2" name="Google Shape;362;p31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3" name="Google Shape;363;p31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4" name="Google Shape;364;p31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vert clair">
  <p:cSld name="Chapitre image vert clair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32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4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8" name="Google Shape;368;p32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4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9" name="Google Shape;369;p32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4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0" name="Google Shape;370;p32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" name="Google Shape;373;p32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2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4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5" name="Google Shape;375;p32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6" name="Google Shape;376;p32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32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rouge">
  <p:cSld name="Chapitre image roug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33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1" name="Google Shape;381;p33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2" name="Google Shape;382;p33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3" name="Google Shape;383;p33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" name="Google Shape;386;p33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3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8" name="Google Shape;388;p33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9" name="Google Shape;389;p33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" name="Google Shape;390;p33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violet">
  <p:cSld name="Chapitre violet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3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93" name="Google Shape;393;p34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3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94" name="Google Shape;394;p34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3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95" name="Google Shape;395;p34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8" name="Google Shape;398;p34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4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3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0" name="Google Shape;400;p34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1" name="Google Shape;401;p34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2" name="Google Shape;402;p34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bleu clair">
  <p:cSld name="Chapitre bleu clai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5" name="Google Shape;405;p35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6" name="Google Shape;406;p35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7" name="Google Shape;407;p35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8" name="Google Shape;408;p35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5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6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2" name="Google Shape;412;p35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3" name="Google Shape;413;p35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4" name="Google Shape;414;p35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6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orange">
  <p:cSld name="Chapitre oran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5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7" name="Google Shape;417;p36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5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8" name="Google Shape;418;p36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5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9" name="Google Shape;419;p36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1" name="Google Shape;421;p36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2" name="Google Shape;422;p36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6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5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24" name="Google Shape;424;p36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25" name="Google Shape;425;p36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" name="Google Shape;426;p36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5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vert">
  <p:cSld name="Chapitre vert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7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29" name="Google Shape;429;p37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30" name="Google Shape;430;p37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31" name="Google Shape;431;p37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" name="Google Shape;432;p37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3" name="Google Shape;433;p37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37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7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37" name="Google Shape;437;p37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37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vert clair">
  <p:cSld name="Chapitre vert clair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4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1" name="Google Shape;441;p38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4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2" name="Google Shape;442;p38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4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3" name="Google Shape;443;p38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" name="Google Shape;446;p38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8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4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8" name="Google Shape;448;p38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9" name="Google Shape;449;p38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" name="Google Shape;450;p38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rouge">
  <p:cSld name="Chapitre rouge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53" name="Google Shape;453;p39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54" name="Google Shape;454;p39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55" name="Google Shape;455;p39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8" name="Google Shape;458;p39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9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0" name="Google Shape;460;p39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1" name="Google Shape;461;p39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2" name="Google Shape;462;p39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t">
  <p:cSld name="Projet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0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5" name="Google Shape;465;p40"/>
          <p:cNvSpPr txBox="1"/>
          <p:nvPr>
            <p:ph idx="2" type="body"/>
          </p:nvPr>
        </p:nvSpPr>
        <p:spPr>
          <a:xfrm>
            <a:off x="323850" y="845917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2FAEB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6" name="Google Shape;466;p40"/>
          <p:cNvSpPr/>
          <p:nvPr/>
        </p:nvSpPr>
        <p:spPr>
          <a:xfrm>
            <a:off x="252000" y="1302678"/>
            <a:ext cx="2808000" cy="36000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7" name="Google Shape;467;p40"/>
          <p:cNvSpPr/>
          <p:nvPr/>
        </p:nvSpPr>
        <p:spPr>
          <a:xfrm>
            <a:off x="3203667" y="1302678"/>
            <a:ext cx="2808000" cy="36000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40"/>
          <p:cNvSpPr txBox="1"/>
          <p:nvPr/>
        </p:nvSpPr>
        <p:spPr>
          <a:xfrm>
            <a:off x="323850" y="1152000"/>
            <a:ext cx="625413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PROJET</a:t>
            </a:r>
            <a:endParaRPr b="1" i="0" sz="1000" u="none" cap="none" strike="noStrik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9" name="Google Shape;469;p40"/>
          <p:cNvSpPr txBox="1"/>
          <p:nvPr/>
        </p:nvSpPr>
        <p:spPr>
          <a:xfrm>
            <a:off x="3276000" y="1152000"/>
            <a:ext cx="1273172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MISE EN OEUVRE</a:t>
            </a:r>
            <a:endParaRPr b="1" i="0" sz="1000" u="none" cap="none" strike="noStrik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6138237" y="1311546"/>
            <a:ext cx="2808000" cy="36000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1" name="Google Shape;471;p40"/>
          <p:cNvSpPr txBox="1"/>
          <p:nvPr/>
        </p:nvSpPr>
        <p:spPr>
          <a:xfrm>
            <a:off x="6227668" y="1152000"/>
            <a:ext cx="1437781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COÛTS ET IMPACTS </a:t>
            </a:r>
            <a:endParaRPr b="1" i="0" sz="1000" u="none" cap="none" strike="noStrik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>
  <p:cSld name="Sommaire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2"/>
          <p:cNvSpPr txBox="1"/>
          <p:nvPr>
            <p:ph idx="1" type="body"/>
          </p:nvPr>
        </p:nvSpPr>
        <p:spPr>
          <a:xfrm>
            <a:off x="323850" y="938213"/>
            <a:ext cx="8496300" cy="376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 Black"/>
              <a:buAutoNum type="arabicPeriod"/>
              <a:defRPr b="1" i="0" sz="16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2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rouge">
  <p:cSld name="Chapitre rou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3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3" name="Google Shape;483;p43"/>
          <p:cNvSpPr txBox="1"/>
          <p:nvPr>
            <p:ph idx="2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4" name="Google Shape;484;p43"/>
          <p:cNvSpPr txBox="1"/>
          <p:nvPr>
            <p:ph idx="3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5" name="Google Shape;485;p43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" name="Google Shape;488;p43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3"/>
          <p:cNvSpPr txBox="1"/>
          <p:nvPr>
            <p:ph idx="4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1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5" type="body"/>
          </p:nvPr>
        </p:nvSpPr>
        <p:spPr>
          <a:xfrm>
            <a:off x="2370667" y="2571750"/>
            <a:ext cx="4402666" cy="430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91" name="Google Shape;491;p43"/>
          <p:cNvSpPr/>
          <p:nvPr/>
        </p:nvSpPr>
        <p:spPr>
          <a:xfrm>
            <a:off x="3057834" y="3091368"/>
            <a:ext cx="3028332" cy="53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2" name="Google Shape;492;p43"/>
          <p:cNvSpPr txBox="1"/>
          <p:nvPr>
            <p:ph idx="6" type="body"/>
          </p:nvPr>
        </p:nvSpPr>
        <p:spPr>
          <a:xfrm>
            <a:off x="3057834" y="3229501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">
  <p:cSld name="Texte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5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0" name="Google Shape;500;p45"/>
          <p:cNvSpPr txBox="1"/>
          <p:nvPr>
            <p:ph idx="2" type="body"/>
          </p:nvPr>
        </p:nvSpPr>
        <p:spPr>
          <a:xfrm>
            <a:off x="323850" y="929641"/>
            <a:ext cx="8496300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1" name="Google Shape;501;p45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xtes">
  <p:cSld name="2 Textes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6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4" name="Google Shape;504;p46"/>
          <p:cNvSpPr txBox="1"/>
          <p:nvPr>
            <p:ph idx="2" type="body"/>
          </p:nvPr>
        </p:nvSpPr>
        <p:spPr>
          <a:xfrm>
            <a:off x="323850" y="937075"/>
            <a:ext cx="4173809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5" name="Google Shape;505;p46"/>
          <p:cNvSpPr txBox="1"/>
          <p:nvPr>
            <p:ph idx="3" type="body"/>
          </p:nvPr>
        </p:nvSpPr>
        <p:spPr>
          <a:xfrm>
            <a:off x="4646342" y="937075"/>
            <a:ext cx="4177988" cy="377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232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soustitre">
  <p:cSld name="Texte + soustitr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7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8" name="Google Shape;508;p47"/>
          <p:cNvSpPr txBox="1"/>
          <p:nvPr>
            <p:ph idx="2" type="body"/>
          </p:nvPr>
        </p:nvSpPr>
        <p:spPr>
          <a:xfrm>
            <a:off x="323850" y="929641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9" name="Google Shape;509;p47"/>
          <p:cNvSpPr txBox="1"/>
          <p:nvPr>
            <p:ph idx="3" type="body"/>
          </p:nvPr>
        </p:nvSpPr>
        <p:spPr>
          <a:xfrm>
            <a:off x="323850" y="1554479"/>
            <a:ext cx="8488363" cy="3149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10" name="Google Shape;510;p47"/>
          <p:cNvSpPr/>
          <p:nvPr/>
        </p:nvSpPr>
        <p:spPr>
          <a:xfrm>
            <a:off x="9231085" y="0"/>
            <a:ext cx="105373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11" name="Google Shape;511;p47"/>
          <p:cNvGrpSpPr/>
          <p:nvPr/>
        </p:nvGrpSpPr>
        <p:grpSpPr>
          <a:xfrm>
            <a:off x="9336697" y="216653"/>
            <a:ext cx="582366" cy="1331481"/>
            <a:chOff x="9336697" y="216653"/>
            <a:chExt cx="452690" cy="1034999"/>
          </a:xfrm>
        </p:grpSpPr>
        <p:sp>
          <p:nvSpPr>
            <p:cNvPr id="512" name="Google Shape;512;p47"/>
            <p:cNvSpPr/>
            <p:nvPr/>
          </p:nvSpPr>
          <p:spPr>
            <a:xfrm>
              <a:off x="9336697" y="216653"/>
              <a:ext cx="190800" cy="190800"/>
            </a:xfrm>
            <a:prstGeom prst="rect">
              <a:avLst/>
            </a:prstGeom>
            <a:solidFill>
              <a:srgbClr val="D324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3" name="Google Shape;513;p47"/>
            <p:cNvSpPr/>
            <p:nvPr/>
          </p:nvSpPr>
          <p:spPr>
            <a:xfrm>
              <a:off x="9597038" y="216653"/>
              <a:ext cx="192349" cy="190800"/>
            </a:xfrm>
            <a:prstGeom prst="rect">
              <a:avLst/>
            </a:prstGeom>
            <a:solidFill>
              <a:srgbClr val="003D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4" name="Google Shape;514;p47"/>
            <p:cNvSpPr/>
            <p:nvPr/>
          </p:nvSpPr>
          <p:spPr>
            <a:xfrm>
              <a:off x="9336697" y="494491"/>
              <a:ext cx="190800" cy="190800"/>
            </a:xfrm>
            <a:prstGeom prst="rect">
              <a:avLst/>
            </a:prstGeom>
            <a:solidFill>
              <a:srgbClr val="667C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5" name="Google Shape;515;p47"/>
            <p:cNvSpPr/>
            <p:nvPr/>
          </p:nvSpPr>
          <p:spPr>
            <a:xfrm>
              <a:off x="9597038" y="494491"/>
              <a:ext cx="192349" cy="190800"/>
            </a:xfrm>
            <a:prstGeom prst="rect">
              <a:avLst/>
            </a:prstGeom>
            <a:solidFill>
              <a:srgbClr val="693D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6" name="Google Shape;516;p47"/>
            <p:cNvSpPr/>
            <p:nvPr/>
          </p:nvSpPr>
          <p:spPr>
            <a:xfrm>
              <a:off x="9336697" y="783014"/>
              <a:ext cx="190800" cy="190800"/>
            </a:xfrm>
            <a:prstGeom prst="rect">
              <a:avLst/>
            </a:prstGeom>
            <a:solidFill>
              <a:srgbClr val="5C758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7" name="Google Shape;517;p47"/>
            <p:cNvSpPr/>
            <p:nvPr/>
          </p:nvSpPr>
          <p:spPr>
            <a:xfrm>
              <a:off x="9597038" y="783014"/>
              <a:ext cx="192349" cy="190800"/>
            </a:xfrm>
            <a:prstGeom prst="rect">
              <a:avLst/>
            </a:prstGeom>
            <a:solidFill>
              <a:srgbClr val="2FAE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8" name="Google Shape;518;p47"/>
            <p:cNvSpPr/>
            <p:nvPr/>
          </p:nvSpPr>
          <p:spPr>
            <a:xfrm>
              <a:off x="9336697" y="1060852"/>
              <a:ext cx="190800" cy="190800"/>
            </a:xfrm>
            <a:prstGeom prst="rect">
              <a:avLst/>
            </a:prstGeom>
            <a:solidFill>
              <a:srgbClr val="589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19" name="Google Shape;519;p47"/>
          <p:cNvSpPr/>
          <p:nvPr/>
        </p:nvSpPr>
        <p:spPr>
          <a:xfrm>
            <a:off x="9338836" y="1933542"/>
            <a:ext cx="180131" cy="187223"/>
          </a:xfrm>
          <a:prstGeom prst="rect">
            <a:avLst/>
          </a:prstGeom>
          <a:solidFill>
            <a:srgbClr val="75B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0" name="Google Shape;520;p47"/>
          <p:cNvSpPr/>
          <p:nvPr/>
        </p:nvSpPr>
        <p:spPr>
          <a:xfrm>
            <a:off x="9625719" y="1933542"/>
            <a:ext cx="180131" cy="187223"/>
          </a:xfrm>
          <a:prstGeom prst="rect">
            <a:avLst/>
          </a:prstGeom>
          <a:solidFill>
            <a:srgbClr val="96C6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" name="Google Shape;521;p47"/>
          <p:cNvSpPr/>
          <p:nvPr/>
        </p:nvSpPr>
        <p:spPr>
          <a:xfrm>
            <a:off x="9338836" y="2994438"/>
            <a:ext cx="180131" cy="187223"/>
          </a:xfrm>
          <a:prstGeom prst="rect">
            <a:avLst/>
          </a:prstGeom>
          <a:solidFill>
            <a:srgbClr val="28B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2" name="Google Shape;522;p47"/>
          <p:cNvSpPr/>
          <p:nvPr/>
        </p:nvSpPr>
        <p:spPr>
          <a:xfrm>
            <a:off x="9625719" y="2994438"/>
            <a:ext cx="180131" cy="187223"/>
          </a:xfrm>
          <a:prstGeom prst="rect">
            <a:avLst/>
          </a:prstGeom>
          <a:solidFill>
            <a:srgbClr val="52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3" name="Google Shape;523;p47"/>
          <p:cNvSpPr/>
          <p:nvPr/>
        </p:nvSpPr>
        <p:spPr>
          <a:xfrm>
            <a:off x="9338836" y="2198766"/>
            <a:ext cx="180131" cy="187223"/>
          </a:xfrm>
          <a:prstGeom prst="rect">
            <a:avLst/>
          </a:prstGeom>
          <a:solidFill>
            <a:srgbClr val="87A1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" name="Google Shape;524;p47"/>
          <p:cNvSpPr/>
          <p:nvPr/>
        </p:nvSpPr>
        <p:spPr>
          <a:xfrm>
            <a:off x="9625719" y="2198766"/>
            <a:ext cx="180131" cy="187223"/>
          </a:xfrm>
          <a:prstGeom prst="rect">
            <a:avLst/>
          </a:prstGeom>
          <a:solidFill>
            <a:srgbClr val="CBD7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5" name="Google Shape;525;p47"/>
          <p:cNvSpPr/>
          <p:nvPr/>
        </p:nvSpPr>
        <p:spPr>
          <a:xfrm>
            <a:off x="9338836" y="3259662"/>
            <a:ext cx="180131" cy="187223"/>
          </a:xfrm>
          <a:prstGeom prst="rect">
            <a:avLst/>
          </a:prstGeom>
          <a:solidFill>
            <a:srgbClr val="3A36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" name="Google Shape;526;p47"/>
          <p:cNvSpPr/>
          <p:nvPr/>
        </p:nvSpPr>
        <p:spPr>
          <a:xfrm>
            <a:off x="9625719" y="3259662"/>
            <a:ext cx="180131" cy="187223"/>
          </a:xfrm>
          <a:prstGeom prst="rect">
            <a:avLst/>
          </a:prstGeom>
          <a:solidFill>
            <a:srgbClr val="6D3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7" name="Google Shape;527;p47"/>
          <p:cNvSpPr/>
          <p:nvPr/>
        </p:nvSpPr>
        <p:spPr>
          <a:xfrm>
            <a:off x="9338836" y="4320558"/>
            <a:ext cx="180131" cy="187223"/>
          </a:xfrm>
          <a:prstGeom prst="rect">
            <a:avLst/>
          </a:prstGeom>
          <a:solidFill>
            <a:srgbClr val="F9B7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8" name="Google Shape;528;p47"/>
          <p:cNvSpPr/>
          <p:nvPr/>
        </p:nvSpPr>
        <p:spPr>
          <a:xfrm>
            <a:off x="9637176" y="4055334"/>
            <a:ext cx="180131" cy="187223"/>
          </a:xfrm>
          <a:prstGeom prst="rect">
            <a:avLst/>
          </a:prstGeom>
          <a:solidFill>
            <a:srgbClr val="9A89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" name="Google Shape;529;p47"/>
          <p:cNvSpPr/>
          <p:nvPr/>
        </p:nvSpPr>
        <p:spPr>
          <a:xfrm>
            <a:off x="9338836" y="2463990"/>
            <a:ext cx="180131" cy="187223"/>
          </a:xfrm>
          <a:prstGeom prst="rect">
            <a:avLst/>
          </a:prstGeom>
          <a:solidFill>
            <a:srgbClr val="C6E1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" name="Google Shape;530;p47"/>
          <p:cNvSpPr/>
          <p:nvPr/>
        </p:nvSpPr>
        <p:spPr>
          <a:xfrm>
            <a:off x="9625719" y="2463990"/>
            <a:ext cx="180131" cy="187223"/>
          </a:xfrm>
          <a:prstGeom prst="rect">
            <a:avLst/>
          </a:prstGeom>
          <a:solidFill>
            <a:srgbClr val="B4DE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9637176" y="3790110"/>
            <a:ext cx="180131" cy="187223"/>
          </a:xfrm>
          <a:prstGeom prst="rect">
            <a:avLst/>
          </a:prstGeom>
          <a:solidFill>
            <a:srgbClr val="5E3C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" name="Google Shape;532;p47"/>
          <p:cNvSpPr/>
          <p:nvPr/>
        </p:nvSpPr>
        <p:spPr>
          <a:xfrm>
            <a:off x="9338836" y="3524886"/>
            <a:ext cx="180131" cy="187223"/>
          </a:xfrm>
          <a:prstGeom prst="rect">
            <a:avLst/>
          </a:prstGeom>
          <a:solidFill>
            <a:srgbClr val="875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3" name="Google Shape;533;p47"/>
          <p:cNvSpPr/>
          <p:nvPr/>
        </p:nvSpPr>
        <p:spPr>
          <a:xfrm>
            <a:off x="9637176" y="4320558"/>
            <a:ext cx="180131" cy="187223"/>
          </a:xfrm>
          <a:prstGeom prst="rect">
            <a:avLst/>
          </a:prstGeom>
          <a:solidFill>
            <a:srgbClr val="FFEF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4" name="Google Shape;534;p47"/>
          <p:cNvSpPr/>
          <p:nvPr/>
        </p:nvSpPr>
        <p:spPr>
          <a:xfrm>
            <a:off x="9338836" y="2729214"/>
            <a:ext cx="180131" cy="187223"/>
          </a:xfrm>
          <a:prstGeom prst="rect">
            <a:avLst/>
          </a:prstGeom>
          <a:solidFill>
            <a:srgbClr val="B2CB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" name="Google Shape;535;p47"/>
          <p:cNvSpPr/>
          <p:nvPr/>
        </p:nvSpPr>
        <p:spPr>
          <a:xfrm>
            <a:off x="9625719" y="2729214"/>
            <a:ext cx="180131" cy="187223"/>
          </a:xfrm>
          <a:prstGeom prst="rect">
            <a:avLst/>
          </a:prstGeom>
          <a:solidFill>
            <a:srgbClr val="80C8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6" name="Google Shape;536;p47"/>
          <p:cNvSpPr/>
          <p:nvPr/>
        </p:nvSpPr>
        <p:spPr>
          <a:xfrm>
            <a:off x="9629780" y="3524886"/>
            <a:ext cx="180131" cy="187223"/>
          </a:xfrm>
          <a:prstGeom prst="rect">
            <a:avLst/>
          </a:prstGeom>
          <a:solidFill>
            <a:srgbClr val="A01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7" name="Google Shape;537;p47"/>
          <p:cNvSpPr txBox="1"/>
          <p:nvPr/>
        </p:nvSpPr>
        <p:spPr>
          <a:xfrm rot="5400000">
            <a:off x="8999099" y="1122636"/>
            <a:ext cx="22265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7"/>
          <p:cNvSpPr txBox="1"/>
          <p:nvPr/>
        </p:nvSpPr>
        <p:spPr>
          <a:xfrm rot="5400000">
            <a:off x="9325326" y="2552228"/>
            <a:ext cx="159305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47"/>
          <p:cNvCxnSpPr/>
          <p:nvPr/>
        </p:nvCxnSpPr>
        <p:spPr>
          <a:xfrm>
            <a:off x="9344297" y="1741715"/>
            <a:ext cx="67056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0" name="Google Shape;540;p47"/>
          <p:cNvSpPr/>
          <p:nvPr/>
        </p:nvSpPr>
        <p:spPr>
          <a:xfrm>
            <a:off x="9338836" y="3790110"/>
            <a:ext cx="180131" cy="187223"/>
          </a:xfrm>
          <a:prstGeom prst="rect">
            <a:avLst/>
          </a:prstGeom>
          <a:solidFill>
            <a:srgbClr val="CC3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" name="Google Shape;541;p47"/>
          <p:cNvSpPr/>
          <p:nvPr/>
        </p:nvSpPr>
        <p:spPr>
          <a:xfrm>
            <a:off x="9338836" y="4055334"/>
            <a:ext cx="180131" cy="187223"/>
          </a:xfrm>
          <a:prstGeom prst="rect">
            <a:avLst/>
          </a:prstGeom>
          <a:solidFill>
            <a:srgbClr val="F081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9338836" y="4851001"/>
            <a:ext cx="180131" cy="187223"/>
          </a:xfrm>
          <a:prstGeom prst="rect">
            <a:avLst/>
          </a:prstGeom>
          <a:solidFill>
            <a:srgbClr val="D8D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3" name="Google Shape;543;p47"/>
          <p:cNvSpPr/>
          <p:nvPr/>
        </p:nvSpPr>
        <p:spPr>
          <a:xfrm>
            <a:off x="9637176" y="4851001"/>
            <a:ext cx="180131" cy="187223"/>
          </a:xfrm>
          <a:prstGeom prst="rect">
            <a:avLst/>
          </a:prstGeom>
          <a:solidFill>
            <a:srgbClr val="E4DC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" name="Google Shape;544;p47"/>
          <p:cNvSpPr/>
          <p:nvPr/>
        </p:nvSpPr>
        <p:spPr>
          <a:xfrm>
            <a:off x="9338836" y="4585782"/>
            <a:ext cx="180131" cy="187223"/>
          </a:xfrm>
          <a:prstGeom prst="rect">
            <a:avLst/>
          </a:prstGeom>
          <a:solidFill>
            <a:srgbClr val="F5C0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5" name="Google Shape;545;p47"/>
          <p:cNvSpPr/>
          <p:nvPr/>
        </p:nvSpPr>
        <p:spPr>
          <a:xfrm>
            <a:off x="9637176" y="4585782"/>
            <a:ext cx="180131" cy="187223"/>
          </a:xfrm>
          <a:prstGeom prst="rect">
            <a:avLst/>
          </a:prstGeom>
          <a:solidFill>
            <a:srgbClr val="FFE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_Card">
  <p:cSld name="Project_Card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8"/>
          <p:cNvSpPr txBox="1"/>
          <p:nvPr>
            <p:ph idx="1" type="body"/>
          </p:nvPr>
        </p:nvSpPr>
        <p:spPr>
          <a:xfrm>
            <a:off x="323850" y="99840"/>
            <a:ext cx="8496300" cy="4425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48" name="Google Shape;548;p48"/>
          <p:cNvSpPr txBox="1"/>
          <p:nvPr>
            <p:ph idx="2" type="body"/>
          </p:nvPr>
        </p:nvSpPr>
        <p:spPr>
          <a:xfrm>
            <a:off x="323850" y="597663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2FAEB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49" name="Google Shape;549;p48"/>
          <p:cNvSpPr/>
          <p:nvPr/>
        </p:nvSpPr>
        <p:spPr>
          <a:xfrm>
            <a:off x="252000" y="1022773"/>
            <a:ext cx="2808000" cy="3873227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" name="Google Shape;550;p48"/>
          <p:cNvSpPr/>
          <p:nvPr/>
        </p:nvSpPr>
        <p:spPr>
          <a:xfrm>
            <a:off x="3203667" y="1022773"/>
            <a:ext cx="2808000" cy="3873227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1" name="Google Shape;551;p48"/>
          <p:cNvSpPr txBox="1"/>
          <p:nvPr/>
        </p:nvSpPr>
        <p:spPr>
          <a:xfrm>
            <a:off x="323850" y="903750"/>
            <a:ext cx="180015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STAKES AND OBJECTIVES</a:t>
            </a:r>
            <a:endParaRPr b="1" i="0" sz="1000" u="none" cap="none" strike="noStrik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2" name="Google Shape;552;p48"/>
          <p:cNvSpPr txBox="1"/>
          <p:nvPr/>
        </p:nvSpPr>
        <p:spPr>
          <a:xfrm>
            <a:off x="3256951" y="903750"/>
            <a:ext cx="1368000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IMPLEMENTATION</a:t>
            </a:r>
            <a:endParaRPr b="1" i="0" sz="1000" u="none" cap="none" strike="noStrik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" name="Google Shape;553;p48"/>
          <p:cNvSpPr/>
          <p:nvPr/>
        </p:nvSpPr>
        <p:spPr>
          <a:xfrm>
            <a:off x="6156000" y="1022773"/>
            <a:ext cx="2808000" cy="3882095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FAEB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4" name="Google Shape;554;p48"/>
          <p:cNvSpPr txBox="1"/>
          <p:nvPr/>
        </p:nvSpPr>
        <p:spPr>
          <a:xfrm>
            <a:off x="6227668" y="903750"/>
            <a:ext cx="1368001" cy="234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fr-FR" sz="1050" u="none" cap="none" strike="noStrike">
                <a:solidFill>
                  <a:srgbClr val="003D4B"/>
                </a:solidFill>
                <a:latin typeface="Lato"/>
                <a:ea typeface="Lato"/>
                <a:cs typeface="Lato"/>
                <a:sym typeface="Lato"/>
              </a:rPr>
              <a:t>COSTS &amp; IMPACTS</a:t>
            </a:r>
            <a:endParaRPr b="1" i="0" sz="1000" u="none" cap="none" strike="noStrike">
              <a:solidFill>
                <a:srgbClr val="003D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" name="Google Shape;555;p48"/>
          <p:cNvSpPr txBox="1"/>
          <p:nvPr>
            <p:ph idx="11" type="ftr"/>
          </p:nvPr>
        </p:nvSpPr>
        <p:spPr>
          <a:xfrm>
            <a:off x="3028708" y="4985135"/>
            <a:ext cx="3086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message clef">
  <p:cSld name="Texte + message clef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9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58" name="Google Shape;558;p49"/>
          <p:cNvSpPr txBox="1"/>
          <p:nvPr>
            <p:ph idx="2" type="body"/>
          </p:nvPr>
        </p:nvSpPr>
        <p:spPr>
          <a:xfrm>
            <a:off x="323850" y="929641"/>
            <a:ext cx="8248650" cy="378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59" name="Google Shape;559;p49"/>
          <p:cNvSpPr/>
          <p:nvPr/>
        </p:nvSpPr>
        <p:spPr>
          <a:xfrm>
            <a:off x="9231085" y="0"/>
            <a:ext cx="105373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60" name="Google Shape;560;p49"/>
          <p:cNvGrpSpPr/>
          <p:nvPr/>
        </p:nvGrpSpPr>
        <p:grpSpPr>
          <a:xfrm>
            <a:off x="9336697" y="216653"/>
            <a:ext cx="582366" cy="1331481"/>
            <a:chOff x="9336697" y="216653"/>
            <a:chExt cx="452690" cy="1034999"/>
          </a:xfrm>
        </p:grpSpPr>
        <p:sp>
          <p:nvSpPr>
            <p:cNvPr id="561" name="Google Shape;561;p49"/>
            <p:cNvSpPr/>
            <p:nvPr/>
          </p:nvSpPr>
          <p:spPr>
            <a:xfrm>
              <a:off x="9336697" y="216653"/>
              <a:ext cx="190800" cy="190800"/>
            </a:xfrm>
            <a:prstGeom prst="rect">
              <a:avLst/>
            </a:prstGeom>
            <a:solidFill>
              <a:srgbClr val="D3242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2" name="Google Shape;562;p49"/>
            <p:cNvSpPr/>
            <p:nvPr/>
          </p:nvSpPr>
          <p:spPr>
            <a:xfrm>
              <a:off x="9597038" y="216653"/>
              <a:ext cx="192349" cy="190800"/>
            </a:xfrm>
            <a:prstGeom prst="rect">
              <a:avLst/>
            </a:prstGeom>
            <a:solidFill>
              <a:srgbClr val="003D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3" name="Google Shape;563;p49"/>
            <p:cNvSpPr/>
            <p:nvPr/>
          </p:nvSpPr>
          <p:spPr>
            <a:xfrm>
              <a:off x="9336697" y="494491"/>
              <a:ext cx="190800" cy="190800"/>
            </a:xfrm>
            <a:prstGeom prst="rect">
              <a:avLst/>
            </a:prstGeom>
            <a:solidFill>
              <a:srgbClr val="667C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4" name="Google Shape;564;p49"/>
            <p:cNvSpPr/>
            <p:nvPr/>
          </p:nvSpPr>
          <p:spPr>
            <a:xfrm>
              <a:off x="9597038" y="494491"/>
              <a:ext cx="192349" cy="190800"/>
            </a:xfrm>
            <a:prstGeom prst="rect">
              <a:avLst/>
            </a:prstGeom>
            <a:solidFill>
              <a:srgbClr val="693D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5" name="Google Shape;565;p49"/>
            <p:cNvSpPr/>
            <p:nvPr/>
          </p:nvSpPr>
          <p:spPr>
            <a:xfrm>
              <a:off x="9336697" y="783014"/>
              <a:ext cx="190800" cy="190800"/>
            </a:xfrm>
            <a:prstGeom prst="rect">
              <a:avLst/>
            </a:prstGeom>
            <a:solidFill>
              <a:srgbClr val="5C758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6" name="Google Shape;566;p49"/>
            <p:cNvSpPr/>
            <p:nvPr/>
          </p:nvSpPr>
          <p:spPr>
            <a:xfrm>
              <a:off x="9597038" y="783014"/>
              <a:ext cx="192349" cy="190800"/>
            </a:xfrm>
            <a:prstGeom prst="rect">
              <a:avLst/>
            </a:prstGeom>
            <a:solidFill>
              <a:srgbClr val="2FAE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7" name="Google Shape;567;p49"/>
            <p:cNvSpPr/>
            <p:nvPr/>
          </p:nvSpPr>
          <p:spPr>
            <a:xfrm>
              <a:off x="9336697" y="1060852"/>
              <a:ext cx="190800" cy="190800"/>
            </a:xfrm>
            <a:prstGeom prst="rect">
              <a:avLst/>
            </a:prstGeom>
            <a:solidFill>
              <a:srgbClr val="589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68" name="Google Shape;568;p49"/>
          <p:cNvSpPr/>
          <p:nvPr/>
        </p:nvSpPr>
        <p:spPr>
          <a:xfrm>
            <a:off x="9338836" y="1933542"/>
            <a:ext cx="180131" cy="187223"/>
          </a:xfrm>
          <a:prstGeom prst="rect">
            <a:avLst/>
          </a:prstGeom>
          <a:solidFill>
            <a:srgbClr val="75B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9" name="Google Shape;569;p49"/>
          <p:cNvSpPr/>
          <p:nvPr/>
        </p:nvSpPr>
        <p:spPr>
          <a:xfrm>
            <a:off x="9625719" y="1933542"/>
            <a:ext cx="180131" cy="187223"/>
          </a:xfrm>
          <a:prstGeom prst="rect">
            <a:avLst/>
          </a:prstGeom>
          <a:solidFill>
            <a:srgbClr val="96C6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" name="Google Shape;570;p49"/>
          <p:cNvSpPr/>
          <p:nvPr/>
        </p:nvSpPr>
        <p:spPr>
          <a:xfrm>
            <a:off x="9338836" y="2994438"/>
            <a:ext cx="180131" cy="187223"/>
          </a:xfrm>
          <a:prstGeom prst="rect">
            <a:avLst/>
          </a:prstGeom>
          <a:solidFill>
            <a:srgbClr val="28B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1" name="Google Shape;571;p49"/>
          <p:cNvSpPr/>
          <p:nvPr/>
        </p:nvSpPr>
        <p:spPr>
          <a:xfrm>
            <a:off x="9625719" y="2994438"/>
            <a:ext cx="180131" cy="187223"/>
          </a:xfrm>
          <a:prstGeom prst="rect">
            <a:avLst/>
          </a:prstGeom>
          <a:solidFill>
            <a:srgbClr val="5298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49"/>
          <p:cNvSpPr/>
          <p:nvPr/>
        </p:nvSpPr>
        <p:spPr>
          <a:xfrm>
            <a:off x="9338836" y="2198766"/>
            <a:ext cx="180131" cy="187223"/>
          </a:xfrm>
          <a:prstGeom prst="rect">
            <a:avLst/>
          </a:prstGeom>
          <a:solidFill>
            <a:srgbClr val="87A1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" name="Google Shape;573;p49"/>
          <p:cNvSpPr/>
          <p:nvPr/>
        </p:nvSpPr>
        <p:spPr>
          <a:xfrm>
            <a:off x="9625719" y="2198766"/>
            <a:ext cx="180131" cy="187223"/>
          </a:xfrm>
          <a:prstGeom prst="rect">
            <a:avLst/>
          </a:prstGeom>
          <a:solidFill>
            <a:srgbClr val="CBD7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4" name="Google Shape;574;p49"/>
          <p:cNvSpPr/>
          <p:nvPr/>
        </p:nvSpPr>
        <p:spPr>
          <a:xfrm>
            <a:off x="9338836" y="3259662"/>
            <a:ext cx="180131" cy="187223"/>
          </a:xfrm>
          <a:prstGeom prst="rect">
            <a:avLst/>
          </a:prstGeom>
          <a:solidFill>
            <a:srgbClr val="3A36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5" name="Google Shape;575;p49"/>
          <p:cNvSpPr/>
          <p:nvPr/>
        </p:nvSpPr>
        <p:spPr>
          <a:xfrm>
            <a:off x="9625719" y="3259662"/>
            <a:ext cx="180131" cy="187223"/>
          </a:xfrm>
          <a:prstGeom prst="rect">
            <a:avLst/>
          </a:prstGeom>
          <a:solidFill>
            <a:srgbClr val="6D3F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" name="Google Shape;576;p49"/>
          <p:cNvSpPr/>
          <p:nvPr/>
        </p:nvSpPr>
        <p:spPr>
          <a:xfrm>
            <a:off x="9338836" y="4320558"/>
            <a:ext cx="180131" cy="187223"/>
          </a:xfrm>
          <a:prstGeom prst="rect">
            <a:avLst/>
          </a:prstGeom>
          <a:solidFill>
            <a:srgbClr val="F9B7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7" name="Google Shape;577;p49"/>
          <p:cNvSpPr/>
          <p:nvPr/>
        </p:nvSpPr>
        <p:spPr>
          <a:xfrm>
            <a:off x="9637176" y="4055334"/>
            <a:ext cx="180131" cy="187223"/>
          </a:xfrm>
          <a:prstGeom prst="rect">
            <a:avLst/>
          </a:prstGeom>
          <a:solidFill>
            <a:srgbClr val="9A89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8" name="Google Shape;578;p49"/>
          <p:cNvSpPr/>
          <p:nvPr/>
        </p:nvSpPr>
        <p:spPr>
          <a:xfrm>
            <a:off x="9338836" y="2463990"/>
            <a:ext cx="180131" cy="187223"/>
          </a:xfrm>
          <a:prstGeom prst="rect">
            <a:avLst/>
          </a:prstGeom>
          <a:solidFill>
            <a:srgbClr val="C6E1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" name="Google Shape;579;p49"/>
          <p:cNvSpPr/>
          <p:nvPr/>
        </p:nvSpPr>
        <p:spPr>
          <a:xfrm>
            <a:off x="9625719" y="2463990"/>
            <a:ext cx="180131" cy="187223"/>
          </a:xfrm>
          <a:prstGeom prst="rect">
            <a:avLst/>
          </a:prstGeom>
          <a:solidFill>
            <a:srgbClr val="B4DE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0" name="Google Shape;580;p49"/>
          <p:cNvSpPr/>
          <p:nvPr/>
        </p:nvSpPr>
        <p:spPr>
          <a:xfrm>
            <a:off x="9637176" y="3790110"/>
            <a:ext cx="180131" cy="187223"/>
          </a:xfrm>
          <a:prstGeom prst="rect">
            <a:avLst/>
          </a:prstGeom>
          <a:solidFill>
            <a:srgbClr val="5E3C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1" name="Google Shape;581;p49"/>
          <p:cNvSpPr/>
          <p:nvPr/>
        </p:nvSpPr>
        <p:spPr>
          <a:xfrm>
            <a:off x="9338836" y="3524886"/>
            <a:ext cx="180131" cy="187223"/>
          </a:xfrm>
          <a:prstGeom prst="rect">
            <a:avLst/>
          </a:prstGeom>
          <a:solidFill>
            <a:srgbClr val="875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" name="Google Shape;582;p49"/>
          <p:cNvSpPr/>
          <p:nvPr/>
        </p:nvSpPr>
        <p:spPr>
          <a:xfrm>
            <a:off x="9637176" y="4320558"/>
            <a:ext cx="180131" cy="187223"/>
          </a:xfrm>
          <a:prstGeom prst="rect">
            <a:avLst/>
          </a:prstGeom>
          <a:solidFill>
            <a:srgbClr val="FFEF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3" name="Google Shape;583;p49"/>
          <p:cNvSpPr/>
          <p:nvPr/>
        </p:nvSpPr>
        <p:spPr>
          <a:xfrm>
            <a:off x="9338836" y="2729214"/>
            <a:ext cx="180131" cy="187223"/>
          </a:xfrm>
          <a:prstGeom prst="rect">
            <a:avLst/>
          </a:prstGeom>
          <a:solidFill>
            <a:srgbClr val="B2CB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4" name="Google Shape;584;p49"/>
          <p:cNvSpPr/>
          <p:nvPr/>
        </p:nvSpPr>
        <p:spPr>
          <a:xfrm>
            <a:off x="9625719" y="2729214"/>
            <a:ext cx="180131" cy="187223"/>
          </a:xfrm>
          <a:prstGeom prst="rect">
            <a:avLst/>
          </a:prstGeom>
          <a:solidFill>
            <a:srgbClr val="80C8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" name="Google Shape;585;p49"/>
          <p:cNvSpPr/>
          <p:nvPr/>
        </p:nvSpPr>
        <p:spPr>
          <a:xfrm>
            <a:off x="9629780" y="3524886"/>
            <a:ext cx="180131" cy="187223"/>
          </a:xfrm>
          <a:prstGeom prst="rect">
            <a:avLst/>
          </a:prstGeom>
          <a:solidFill>
            <a:srgbClr val="A01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6" name="Google Shape;586;p49"/>
          <p:cNvSpPr txBox="1"/>
          <p:nvPr/>
        </p:nvSpPr>
        <p:spPr>
          <a:xfrm rot="5400000">
            <a:off x="8999099" y="1122636"/>
            <a:ext cx="222652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MAIN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9"/>
          <p:cNvSpPr txBox="1"/>
          <p:nvPr/>
        </p:nvSpPr>
        <p:spPr>
          <a:xfrm rot="5400000">
            <a:off x="9325326" y="2552228"/>
            <a:ext cx="159305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49"/>
          <p:cNvCxnSpPr/>
          <p:nvPr/>
        </p:nvCxnSpPr>
        <p:spPr>
          <a:xfrm>
            <a:off x="9344297" y="1741715"/>
            <a:ext cx="67056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9" name="Google Shape;589;p49"/>
          <p:cNvSpPr/>
          <p:nvPr/>
        </p:nvSpPr>
        <p:spPr>
          <a:xfrm>
            <a:off x="9338836" y="3790110"/>
            <a:ext cx="180131" cy="187223"/>
          </a:xfrm>
          <a:prstGeom prst="rect">
            <a:avLst/>
          </a:prstGeom>
          <a:solidFill>
            <a:srgbClr val="CC30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0" name="Google Shape;590;p49"/>
          <p:cNvSpPr/>
          <p:nvPr/>
        </p:nvSpPr>
        <p:spPr>
          <a:xfrm>
            <a:off x="9338836" y="4055334"/>
            <a:ext cx="180131" cy="187223"/>
          </a:xfrm>
          <a:prstGeom prst="rect">
            <a:avLst/>
          </a:prstGeom>
          <a:solidFill>
            <a:srgbClr val="F081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" name="Google Shape;591;p49"/>
          <p:cNvSpPr/>
          <p:nvPr/>
        </p:nvSpPr>
        <p:spPr>
          <a:xfrm>
            <a:off x="9338836" y="4851001"/>
            <a:ext cx="180131" cy="187223"/>
          </a:xfrm>
          <a:prstGeom prst="rect">
            <a:avLst/>
          </a:prstGeom>
          <a:solidFill>
            <a:srgbClr val="D8D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2" name="Google Shape;592;p49"/>
          <p:cNvSpPr/>
          <p:nvPr/>
        </p:nvSpPr>
        <p:spPr>
          <a:xfrm>
            <a:off x="9637176" y="4851001"/>
            <a:ext cx="180131" cy="187223"/>
          </a:xfrm>
          <a:prstGeom prst="rect">
            <a:avLst/>
          </a:prstGeom>
          <a:solidFill>
            <a:srgbClr val="E4DC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3" name="Google Shape;593;p49"/>
          <p:cNvSpPr/>
          <p:nvPr/>
        </p:nvSpPr>
        <p:spPr>
          <a:xfrm>
            <a:off x="9338836" y="4585782"/>
            <a:ext cx="180131" cy="187223"/>
          </a:xfrm>
          <a:prstGeom prst="rect">
            <a:avLst/>
          </a:prstGeom>
          <a:solidFill>
            <a:srgbClr val="F5C0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" name="Google Shape;594;p49"/>
          <p:cNvSpPr/>
          <p:nvPr/>
        </p:nvSpPr>
        <p:spPr>
          <a:xfrm>
            <a:off x="9637176" y="4585782"/>
            <a:ext cx="180131" cy="187223"/>
          </a:xfrm>
          <a:prstGeom prst="rect">
            <a:avLst/>
          </a:prstGeom>
          <a:solidFill>
            <a:srgbClr val="FFE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message clef + soustitre">
  <p:cSld name="Texte + message clef + soustitr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97" name="Google Shape;597;p50"/>
          <p:cNvSpPr txBox="1"/>
          <p:nvPr>
            <p:ph idx="2" type="body"/>
          </p:nvPr>
        </p:nvSpPr>
        <p:spPr>
          <a:xfrm>
            <a:off x="323850" y="929641"/>
            <a:ext cx="84883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Char char="‒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98" name="Google Shape;598;p50"/>
          <p:cNvSpPr txBox="1"/>
          <p:nvPr>
            <p:ph idx="3" type="body"/>
          </p:nvPr>
        </p:nvSpPr>
        <p:spPr>
          <a:xfrm>
            <a:off x="323850" y="1275324"/>
            <a:ext cx="8248650" cy="344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 image vert">
  <p:cSld name="Chapitre image vert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1" y="0"/>
            <a:ext cx="9144000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02" name="Google Shape;602;p51"/>
          <p:cNvSpPr txBox="1"/>
          <p:nvPr>
            <p:ph idx="3" type="body"/>
          </p:nvPr>
        </p:nvSpPr>
        <p:spPr>
          <a:xfrm>
            <a:off x="1" y="4664752"/>
            <a:ext cx="9144000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03" name="Google Shape;603;p51"/>
          <p:cNvSpPr txBox="1"/>
          <p:nvPr>
            <p:ph idx="4" type="body"/>
          </p:nvPr>
        </p:nvSpPr>
        <p:spPr>
          <a:xfrm rot="5400000">
            <a:off x="6812041" y="2331965"/>
            <a:ext cx="4184343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04" name="Google Shape;604;p51"/>
          <p:cNvSpPr/>
          <p:nvPr/>
        </p:nvSpPr>
        <p:spPr>
          <a:xfrm>
            <a:off x="559198" y="4207256"/>
            <a:ext cx="365760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5" name="Google Shape;605;p51"/>
          <p:cNvSpPr/>
          <p:nvPr/>
        </p:nvSpPr>
        <p:spPr>
          <a:xfrm>
            <a:off x="833796" y="4072128"/>
            <a:ext cx="365760" cy="36576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" name="Google Shape;606;p51"/>
          <p:cNvSpPr/>
          <p:nvPr/>
        </p:nvSpPr>
        <p:spPr>
          <a:xfrm>
            <a:off x="1163718" y="4207256"/>
            <a:ext cx="111269" cy="955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7" name="Google Shape;607;p51"/>
          <p:cNvSpPr txBox="1"/>
          <p:nvPr/>
        </p:nvSpPr>
        <p:spPr>
          <a:xfrm>
            <a:off x="1258511" y="4147830"/>
            <a:ext cx="214193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CONFIANCE TRANSPORTE LE MONDE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1"/>
          <p:cNvSpPr txBox="1"/>
          <p:nvPr>
            <p:ph idx="5" type="body"/>
          </p:nvPr>
        </p:nvSpPr>
        <p:spPr>
          <a:xfrm rot="5400000">
            <a:off x="-1852383" y="2331965"/>
            <a:ext cx="4184343" cy="479576"/>
          </a:xfrm>
          <a:prstGeom prst="rect">
            <a:avLst/>
          </a:prstGeom>
          <a:solidFill>
            <a:schemeClr val="accent2">
              <a:alpha val="5647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09" name="Google Shape;609;p51"/>
          <p:cNvSpPr txBox="1"/>
          <p:nvPr>
            <p:ph idx="6" type="body"/>
          </p:nvPr>
        </p:nvSpPr>
        <p:spPr>
          <a:xfrm>
            <a:off x="5104045" y="2373608"/>
            <a:ext cx="30283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0" name="Google Shape;610;p51"/>
          <p:cNvSpPr/>
          <p:nvPr/>
        </p:nvSpPr>
        <p:spPr>
          <a:xfrm>
            <a:off x="5104045" y="3324113"/>
            <a:ext cx="3028332" cy="53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1" name="Google Shape;611;p51"/>
          <p:cNvSpPr txBox="1"/>
          <p:nvPr>
            <p:ph idx="7" type="body"/>
          </p:nvPr>
        </p:nvSpPr>
        <p:spPr>
          <a:xfrm>
            <a:off x="5104045" y="3467328"/>
            <a:ext cx="3028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et image">
  <p:cSld name="Texte et image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3"/>
          <p:cNvSpPr/>
          <p:nvPr>
            <p:ph idx="2" type="pic"/>
          </p:nvPr>
        </p:nvSpPr>
        <p:spPr>
          <a:xfrm>
            <a:off x="323851" y="2751138"/>
            <a:ext cx="8488376" cy="1952625"/>
          </a:xfrm>
          <a:prstGeom prst="rect">
            <a:avLst/>
          </a:prstGeom>
          <a:solidFill>
            <a:schemeClr val="accent2">
              <a:alpha val="71372"/>
            </a:schemeClr>
          </a:solidFill>
          <a:ln>
            <a:noFill/>
          </a:ln>
        </p:spPr>
      </p:sp>
      <p:sp>
        <p:nvSpPr>
          <p:cNvPr id="619" name="Google Shape;619;p53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20" name="Google Shape;620;p53"/>
          <p:cNvSpPr txBox="1"/>
          <p:nvPr>
            <p:ph idx="3" type="body"/>
          </p:nvPr>
        </p:nvSpPr>
        <p:spPr>
          <a:xfrm>
            <a:off x="323850" y="929641"/>
            <a:ext cx="8488363" cy="164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et 2 images">
  <p:cSld name="Texte et 2 images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4"/>
          <p:cNvSpPr/>
          <p:nvPr>
            <p:ph idx="2" type="pic"/>
          </p:nvPr>
        </p:nvSpPr>
        <p:spPr>
          <a:xfrm>
            <a:off x="332088" y="2751137"/>
            <a:ext cx="4131911" cy="1952625"/>
          </a:xfrm>
          <a:prstGeom prst="rect">
            <a:avLst/>
          </a:prstGeom>
          <a:solidFill>
            <a:schemeClr val="accent2">
              <a:alpha val="71372"/>
            </a:schemeClr>
          </a:solidFill>
          <a:ln>
            <a:noFill/>
          </a:ln>
        </p:spPr>
      </p:sp>
      <p:sp>
        <p:nvSpPr>
          <p:cNvPr id="623" name="Google Shape;623;p54"/>
          <p:cNvSpPr/>
          <p:nvPr>
            <p:ph idx="3" type="pic"/>
          </p:nvPr>
        </p:nvSpPr>
        <p:spPr>
          <a:xfrm>
            <a:off x="4688239" y="2751137"/>
            <a:ext cx="4131911" cy="1952625"/>
          </a:xfrm>
          <a:prstGeom prst="rect">
            <a:avLst/>
          </a:prstGeom>
          <a:solidFill>
            <a:schemeClr val="accent2">
              <a:alpha val="71372"/>
            </a:schemeClr>
          </a:solidFill>
          <a:ln>
            <a:noFill/>
          </a:ln>
        </p:spPr>
      </p:sp>
      <p:sp>
        <p:nvSpPr>
          <p:cNvPr id="624" name="Google Shape;624;p54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25" name="Google Shape;625;p54"/>
          <p:cNvSpPr txBox="1"/>
          <p:nvPr>
            <p:ph idx="4" type="body"/>
          </p:nvPr>
        </p:nvSpPr>
        <p:spPr>
          <a:xfrm>
            <a:off x="323850" y="929641"/>
            <a:ext cx="8488363" cy="164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image">
  <p:cSld name="1 image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/>
          <p:nvPr>
            <p:ph idx="2" type="pic"/>
          </p:nvPr>
        </p:nvSpPr>
        <p:spPr>
          <a:xfrm>
            <a:off x="323850" y="915988"/>
            <a:ext cx="8496299" cy="3787775"/>
          </a:xfrm>
          <a:prstGeom prst="rect">
            <a:avLst/>
          </a:prstGeom>
          <a:solidFill>
            <a:schemeClr val="accent2">
              <a:alpha val="71372"/>
            </a:schemeClr>
          </a:solidFill>
          <a:ln>
            <a:noFill/>
          </a:ln>
        </p:spPr>
      </p:sp>
      <p:sp>
        <p:nvSpPr>
          <p:cNvPr id="628" name="Google Shape;628;p55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blocs Image - texte">
  <p:cSld name="6 blocs Image - texte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6"/>
          <p:cNvSpPr/>
          <p:nvPr/>
        </p:nvSpPr>
        <p:spPr>
          <a:xfrm>
            <a:off x="328742" y="2140114"/>
            <a:ext cx="2044228" cy="4571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" name="Google Shape;631;p56"/>
          <p:cNvSpPr/>
          <p:nvPr/>
        </p:nvSpPr>
        <p:spPr>
          <a:xfrm>
            <a:off x="3550823" y="2140114"/>
            <a:ext cx="2044228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2" name="Google Shape;632;p56"/>
          <p:cNvSpPr/>
          <p:nvPr/>
        </p:nvSpPr>
        <p:spPr>
          <a:xfrm>
            <a:off x="6768016" y="2140114"/>
            <a:ext cx="2044228" cy="4571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" name="Google Shape;633;p56"/>
          <p:cNvSpPr/>
          <p:nvPr>
            <p:ph idx="2" type="pic"/>
          </p:nvPr>
        </p:nvSpPr>
        <p:spPr>
          <a:xfrm>
            <a:off x="328170" y="940593"/>
            <a:ext cx="2044800" cy="1206000"/>
          </a:xfrm>
          <a:prstGeom prst="rect">
            <a:avLst/>
          </a:prstGeom>
          <a:solidFill>
            <a:schemeClr val="accent2">
              <a:alpha val="71372"/>
            </a:schemeClr>
          </a:solidFill>
          <a:ln>
            <a:noFill/>
          </a:ln>
        </p:spPr>
      </p:sp>
      <p:sp>
        <p:nvSpPr>
          <p:cNvPr id="634" name="Google Shape;634;p56"/>
          <p:cNvSpPr/>
          <p:nvPr>
            <p:ph idx="3" type="pic"/>
          </p:nvPr>
        </p:nvSpPr>
        <p:spPr>
          <a:xfrm>
            <a:off x="3550537" y="940593"/>
            <a:ext cx="2044800" cy="1206000"/>
          </a:xfrm>
          <a:prstGeom prst="rect">
            <a:avLst/>
          </a:prstGeom>
          <a:solidFill>
            <a:schemeClr val="accent2">
              <a:alpha val="71372"/>
            </a:schemeClr>
          </a:solidFill>
          <a:ln>
            <a:noFill/>
          </a:ln>
        </p:spPr>
      </p:sp>
      <p:sp>
        <p:nvSpPr>
          <p:cNvPr id="635" name="Google Shape;635;p56"/>
          <p:cNvSpPr/>
          <p:nvPr>
            <p:ph idx="4" type="pic"/>
          </p:nvPr>
        </p:nvSpPr>
        <p:spPr>
          <a:xfrm>
            <a:off x="6767730" y="940593"/>
            <a:ext cx="2044800" cy="1206000"/>
          </a:xfrm>
          <a:prstGeom prst="rect">
            <a:avLst/>
          </a:prstGeom>
          <a:solidFill>
            <a:schemeClr val="accent2">
              <a:alpha val="71372"/>
            </a:schemeClr>
          </a:solidFill>
          <a:ln>
            <a:noFill/>
          </a:ln>
        </p:spPr>
      </p:sp>
      <p:sp>
        <p:nvSpPr>
          <p:cNvPr id="636" name="Google Shape;636;p56"/>
          <p:cNvSpPr txBox="1"/>
          <p:nvPr>
            <p:ph idx="1" type="body"/>
          </p:nvPr>
        </p:nvSpPr>
        <p:spPr>
          <a:xfrm>
            <a:off x="411433" y="2301332"/>
            <a:ext cx="187827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7" name="Google Shape;637;p56"/>
          <p:cNvSpPr txBox="1"/>
          <p:nvPr>
            <p:ph idx="5" type="body"/>
          </p:nvPr>
        </p:nvSpPr>
        <p:spPr>
          <a:xfrm>
            <a:off x="3633935" y="2301332"/>
            <a:ext cx="187800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8" name="Google Shape;638;p56"/>
          <p:cNvSpPr/>
          <p:nvPr/>
        </p:nvSpPr>
        <p:spPr>
          <a:xfrm>
            <a:off x="328742" y="4345818"/>
            <a:ext cx="2044228" cy="485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" name="Google Shape;639;p56"/>
          <p:cNvSpPr/>
          <p:nvPr>
            <p:ph idx="6" type="pic"/>
          </p:nvPr>
        </p:nvSpPr>
        <p:spPr>
          <a:xfrm>
            <a:off x="328170" y="3139817"/>
            <a:ext cx="2044800" cy="1206000"/>
          </a:xfrm>
          <a:prstGeom prst="rect">
            <a:avLst/>
          </a:prstGeom>
          <a:solidFill>
            <a:schemeClr val="accent2">
              <a:alpha val="71372"/>
            </a:schemeClr>
          </a:solidFill>
          <a:ln>
            <a:noFill/>
          </a:ln>
        </p:spPr>
      </p:sp>
      <p:sp>
        <p:nvSpPr>
          <p:cNvPr id="640" name="Google Shape;640;p56"/>
          <p:cNvSpPr txBox="1"/>
          <p:nvPr>
            <p:ph idx="7" type="body"/>
          </p:nvPr>
        </p:nvSpPr>
        <p:spPr>
          <a:xfrm>
            <a:off x="411433" y="4502937"/>
            <a:ext cx="187827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1" name="Google Shape;641;p56"/>
          <p:cNvSpPr/>
          <p:nvPr/>
        </p:nvSpPr>
        <p:spPr>
          <a:xfrm>
            <a:off x="3550823" y="4345818"/>
            <a:ext cx="2044228" cy="485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2" name="Google Shape;642;p56"/>
          <p:cNvSpPr/>
          <p:nvPr>
            <p:ph idx="8" type="pic"/>
          </p:nvPr>
        </p:nvSpPr>
        <p:spPr>
          <a:xfrm>
            <a:off x="3550537" y="3139817"/>
            <a:ext cx="2044800" cy="1206000"/>
          </a:xfrm>
          <a:prstGeom prst="rect">
            <a:avLst/>
          </a:prstGeom>
          <a:solidFill>
            <a:schemeClr val="accent2">
              <a:alpha val="71372"/>
            </a:schemeClr>
          </a:solidFill>
          <a:ln>
            <a:noFill/>
          </a:ln>
        </p:spPr>
      </p:sp>
      <p:sp>
        <p:nvSpPr>
          <p:cNvPr id="643" name="Google Shape;643;p56"/>
          <p:cNvSpPr/>
          <p:nvPr/>
        </p:nvSpPr>
        <p:spPr>
          <a:xfrm>
            <a:off x="6768016" y="4345818"/>
            <a:ext cx="2044228" cy="485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4" name="Google Shape;644;p56"/>
          <p:cNvSpPr/>
          <p:nvPr>
            <p:ph idx="9" type="pic"/>
          </p:nvPr>
        </p:nvSpPr>
        <p:spPr>
          <a:xfrm>
            <a:off x="6767730" y="3139817"/>
            <a:ext cx="2044800" cy="1206000"/>
          </a:xfrm>
          <a:prstGeom prst="rect">
            <a:avLst/>
          </a:prstGeom>
          <a:solidFill>
            <a:schemeClr val="accent2">
              <a:alpha val="71372"/>
            </a:schemeClr>
          </a:solidFill>
          <a:ln>
            <a:noFill/>
          </a:ln>
        </p:spPr>
      </p:sp>
      <p:sp>
        <p:nvSpPr>
          <p:cNvPr id="645" name="Google Shape;645;p56"/>
          <p:cNvSpPr txBox="1"/>
          <p:nvPr>
            <p:ph idx="13" type="body"/>
          </p:nvPr>
        </p:nvSpPr>
        <p:spPr>
          <a:xfrm>
            <a:off x="6850993" y="2301332"/>
            <a:ext cx="187827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6" name="Google Shape;646;p56"/>
          <p:cNvSpPr txBox="1"/>
          <p:nvPr>
            <p:ph idx="14" type="body"/>
          </p:nvPr>
        </p:nvSpPr>
        <p:spPr>
          <a:xfrm>
            <a:off x="6850993" y="4502937"/>
            <a:ext cx="187827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7" name="Google Shape;647;p56"/>
          <p:cNvSpPr txBox="1"/>
          <p:nvPr>
            <p:ph idx="15" type="body"/>
          </p:nvPr>
        </p:nvSpPr>
        <p:spPr>
          <a:xfrm>
            <a:off x="3633935" y="4502937"/>
            <a:ext cx="187800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8" name="Google Shape;648;p56"/>
          <p:cNvSpPr txBox="1"/>
          <p:nvPr>
            <p:ph idx="16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Texte et 1 graphique">
  <p:cSld name="1 Texte et 1 graphique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8"/>
          <p:cNvSpPr/>
          <p:nvPr>
            <p:ph idx="2" type="chart"/>
          </p:nvPr>
        </p:nvSpPr>
        <p:spPr>
          <a:xfrm>
            <a:off x="331772" y="2751138"/>
            <a:ext cx="8488377" cy="195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56" name="Google Shape;656;p58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57" name="Google Shape;657;p58"/>
          <p:cNvSpPr txBox="1"/>
          <p:nvPr>
            <p:ph idx="3" type="body"/>
          </p:nvPr>
        </p:nvSpPr>
        <p:spPr>
          <a:xfrm>
            <a:off x="323850" y="929641"/>
            <a:ext cx="8488363" cy="164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et 2 graphiques">
  <p:cSld name="Texte et 2 graphiques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9"/>
          <p:cNvSpPr/>
          <p:nvPr>
            <p:ph idx="2" type="chart"/>
          </p:nvPr>
        </p:nvSpPr>
        <p:spPr>
          <a:xfrm>
            <a:off x="331773" y="2751138"/>
            <a:ext cx="4131912" cy="195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0" name="Google Shape;660;p59"/>
          <p:cNvSpPr/>
          <p:nvPr>
            <p:ph idx="3" type="chart"/>
          </p:nvPr>
        </p:nvSpPr>
        <p:spPr>
          <a:xfrm>
            <a:off x="4688238" y="2751138"/>
            <a:ext cx="4131912" cy="195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1" name="Google Shape;661;p59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2" name="Google Shape;662;p59"/>
          <p:cNvSpPr txBox="1"/>
          <p:nvPr>
            <p:ph idx="4" type="body"/>
          </p:nvPr>
        </p:nvSpPr>
        <p:spPr>
          <a:xfrm>
            <a:off x="323850" y="929641"/>
            <a:ext cx="8488363" cy="164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Noto Sans Symbols"/>
              <a:buChar char="▪"/>
              <a:defRPr b="0" i="0" sz="1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au">
  <p:cSld name="Tableau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0"/>
          <p:cNvSpPr/>
          <p:nvPr>
            <p:ph idx="2" type="tbl"/>
          </p:nvPr>
        </p:nvSpPr>
        <p:spPr>
          <a:xfrm>
            <a:off x="323850" y="915988"/>
            <a:ext cx="8496300" cy="378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Lato"/>
              <a:buNone/>
              <a:defRPr b="0" i="0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5" name="Google Shape;665;p60"/>
          <p:cNvSpPr txBox="1"/>
          <p:nvPr>
            <p:ph idx="1" type="body"/>
          </p:nvPr>
        </p:nvSpPr>
        <p:spPr>
          <a:xfrm>
            <a:off x="323850" y="268288"/>
            <a:ext cx="8496300" cy="5618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6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theme" Target="../theme/theme9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theme" Target="../theme/theme7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" name="Google Shape;11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13;p4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9" name="Google Shape;179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74" name="Google Shape;474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1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2"/>
    <p:sldLayoutId id="2147483687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4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95" name="Google Shape;495;p4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4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7" name="Google Shape;497;p44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2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4" name="Google Shape;614;p5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2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6" name="Google Shape;616;p52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2"/>
    <p:sldLayoutId id="2147483698" r:id="rId3"/>
    <p:sldLayoutId id="2147483699" r:id="rId4"/>
    <p:sldLayoutId id="214748370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7"/>
          <p:cNvSpPr/>
          <p:nvPr/>
        </p:nvSpPr>
        <p:spPr>
          <a:xfrm>
            <a:off x="-242" y="4949609"/>
            <a:ext cx="9144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51" name="Google Shape;651;p5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90296" y="4986938"/>
            <a:ext cx="629854" cy="134892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57"/>
          <p:cNvSpPr txBox="1"/>
          <p:nvPr/>
        </p:nvSpPr>
        <p:spPr>
          <a:xfrm>
            <a:off x="323850" y="4966711"/>
            <a:ext cx="382587" cy="1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b="0" i="0" lang="fr-FR" sz="9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3" name="Google Shape;653;p57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DCEA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2" r:id="rId2"/>
    <p:sldLayoutId id="2147483703" r:id="rId3"/>
    <p:sldLayoutId id="2147483704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04">
          <p15:clr>
            <a:srgbClr val="F26B43"/>
          </p15:clr>
        </p15:guide>
        <p15:guide id="4" pos="5556">
          <p15:clr>
            <a:srgbClr val="F26B43"/>
          </p15:clr>
        </p15:guide>
        <p15:guide id="5" orient="horz" pos="2963">
          <p15:clr>
            <a:srgbClr val="F26B43"/>
          </p15:clr>
        </p15:guide>
        <p15:guide id="6" orient="horz" pos="169">
          <p15:clr>
            <a:srgbClr val="F26B43"/>
          </p15:clr>
        </p15:guide>
        <p15:guide id="7" orient="horz" pos="577">
          <p15:clr>
            <a:srgbClr val="F26B43"/>
          </p15:clr>
        </p15:guide>
        <p15:guide id="8" orient="horz" pos="17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ystragroup.sharepoint.com/:x:/r/sites/ComitOprationneldUrbanisation/Documents%20partages/IPO/TEMPLATE/YYYY-MM-Project%20estimate-Template.xlsx?d=w8a0668aa28834fa19768ee08aaf484ea&amp;csf=1&amp;web=1&amp;e=jwjjeo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"/>
          <p:cNvSpPr txBox="1"/>
          <p:nvPr>
            <p:ph type="title"/>
          </p:nvPr>
        </p:nvSpPr>
        <p:spPr>
          <a:xfrm>
            <a:off x="360000" y="153525"/>
            <a:ext cx="7305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fr-FR">
                <a:latin typeface="Lato Black"/>
                <a:ea typeface="Lato Black"/>
                <a:cs typeface="Lato Black"/>
                <a:sym typeface="Lato Black"/>
              </a:rPr>
              <a:t>Project review : </a:t>
            </a:r>
            <a:endParaRPr sz="2400"/>
          </a:p>
        </p:txBody>
      </p:sp>
      <p:sp>
        <p:nvSpPr>
          <p:cNvPr id="672" name="Google Shape;672;p1"/>
          <p:cNvSpPr/>
          <p:nvPr/>
        </p:nvSpPr>
        <p:spPr>
          <a:xfrm>
            <a:off x="323850" y="1765293"/>
            <a:ext cx="4176000" cy="892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3" name="Google Shape;673;p1"/>
          <p:cNvSpPr/>
          <p:nvPr/>
        </p:nvSpPr>
        <p:spPr>
          <a:xfrm>
            <a:off x="360000" y="2889263"/>
            <a:ext cx="41400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xxx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" name="Google Shape;674;p1"/>
          <p:cNvSpPr/>
          <p:nvPr/>
        </p:nvSpPr>
        <p:spPr>
          <a:xfrm>
            <a:off x="360000" y="3952921"/>
            <a:ext cx="4176000" cy="906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5" name="Google Shape;675;p1"/>
          <p:cNvSpPr/>
          <p:nvPr/>
        </p:nvSpPr>
        <p:spPr>
          <a:xfrm>
            <a:off x="4686517" y="4025393"/>
            <a:ext cx="4052400" cy="10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BAC : xxx K€ (Dev, Integration, hosting, maintenance, support)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Actual : xxx K€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EAC : xxx K€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6" name="Google Shape;676;p1"/>
          <p:cNvSpPr/>
          <p:nvPr/>
        </p:nvSpPr>
        <p:spPr>
          <a:xfrm>
            <a:off x="4696254" y="916007"/>
            <a:ext cx="4123800" cy="10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Made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"/>
          <p:cNvSpPr/>
          <p:nvPr/>
        </p:nvSpPr>
        <p:spPr>
          <a:xfrm>
            <a:off x="341925" y="1967782"/>
            <a:ext cx="4140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Deployment area: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Actual nb end users vs target: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End user profiles: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See planning for milestones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"/>
          <p:cNvSpPr/>
          <p:nvPr/>
        </p:nvSpPr>
        <p:spPr>
          <a:xfrm>
            <a:off x="360000" y="894376"/>
            <a:ext cx="41400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9" name="Google Shape;679;p1"/>
          <p:cNvSpPr/>
          <p:nvPr/>
        </p:nvSpPr>
        <p:spPr>
          <a:xfrm>
            <a:off x="360075" y="4144375"/>
            <a:ext cx="41400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"/>
          <p:cNvSpPr/>
          <p:nvPr/>
        </p:nvSpPr>
        <p:spPr>
          <a:xfrm>
            <a:off x="4696242" y="2268646"/>
            <a:ext cx="40329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Char char="▪"/>
            </a:pPr>
            <a:r>
              <a:rPr b="0" i="0" lang="fr-FR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1100"/>
              <a:buFont typeface="Noto Sans Symbols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1" name="Google Shape;681;p1"/>
          <p:cNvSpPr txBox="1"/>
          <p:nvPr/>
        </p:nvSpPr>
        <p:spPr>
          <a:xfrm>
            <a:off x="8119885" y="73948"/>
            <a:ext cx="975600" cy="324000"/>
          </a:xfrm>
          <a:prstGeom prst="rect">
            <a:avLst/>
          </a:prstGeom>
          <a:solidFill>
            <a:srgbClr val="7898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fr-FR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dd/mm/yy</a:t>
            </a:r>
            <a:endParaRPr b="1" i="0" sz="135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"/>
          <p:cNvSpPr txBox="1"/>
          <p:nvPr>
            <p:ph idx="1" type="body"/>
          </p:nvPr>
        </p:nvSpPr>
        <p:spPr>
          <a:xfrm>
            <a:off x="260773" y="113950"/>
            <a:ext cx="78021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</a:pPr>
            <a:r>
              <a:rPr lang="fr-FR"/>
              <a:t>Project review:</a:t>
            </a:r>
            <a:endParaRPr/>
          </a:p>
        </p:txBody>
      </p:sp>
      <p:sp>
        <p:nvSpPr>
          <p:cNvPr id="687" name="Google Shape;687;p2"/>
          <p:cNvSpPr txBox="1"/>
          <p:nvPr/>
        </p:nvSpPr>
        <p:spPr>
          <a:xfrm>
            <a:off x="8119885" y="73948"/>
            <a:ext cx="975600" cy="324000"/>
          </a:xfrm>
          <a:prstGeom prst="rect">
            <a:avLst/>
          </a:prstGeom>
          <a:solidFill>
            <a:srgbClr val="7898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fr-FR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dd/mm/yy</a:t>
            </a:r>
            <a:endParaRPr b="1" i="0" sz="135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8" name="Google Shape;688;p2"/>
          <p:cNvSpPr txBox="1"/>
          <p:nvPr/>
        </p:nvSpPr>
        <p:spPr>
          <a:xfrm>
            <a:off x="0" y="4524150"/>
            <a:ext cx="41406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fr-FR" sz="700" u="sng" cap="none" strike="noStrike">
                <a:solidFill>
                  <a:srgbClr val="0095B6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See the link: Followup budget file</a:t>
            </a:r>
            <a:endParaRPr b="1" i="0" sz="700" u="none" cap="none" strike="noStrike">
              <a:solidFill>
                <a:srgbClr val="0095B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"/>
          <p:cNvSpPr txBox="1"/>
          <p:nvPr>
            <p:ph idx="1" type="body"/>
          </p:nvPr>
        </p:nvSpPr>
        <p:spPr>
          <a:xfrm>
            <a:off x="260377" y="107575"/>
            <a:ext cx="7605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</a:pPr>
            <a:r>
              <a:rPr lang="fr-FR"/>
              <a:t>placeholder</a:t>
            </a:r>
            <a:endParaRPr/>
          </a:p>
        </p:txBody>
      </p:sp>
      <p:sp>
        <p:nvSpPr>
          <p:cNvPr id="695" name="Google Shape;695;p3"/>
          <p:cNvSpPr/>
          <p:nvPr/>
        </p:nvSpPr>
        <p:spPr>
          <a:xfrm>
            <a:off x="323850" y="4000505"/>
            <a:ext cx="8495030" cy="892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6" name="Google Shape;696;p3"/>
          <p:cNvSpPr txBox="1"/>
          <p:nvPr/>
        </p:nvSpPr>
        <p:spPr>
          <a:xfrm>
            <a:off x="8119885" y="73948"/>
            <a:ext cx="975600" cy="324000"/>
          </a:xfrm>
          <a:prstGeom prst="rect">
            <a:avLst/>
          </a:prstGeom>
          <a:solidFill>
            <a:srgbClr val="78989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fr-FR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dd/mm/yy</a:t>
            </a:r>
            <a:endParaRPr b="1" i="0" sz="135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7" name="Google Shape;697;p3"/>
          <p:cNvSpPr/>
          <p:nvPr/>
        </p:nvSpPr>
        <p:spPr>
          <a:xfrm>
            <a:off x="323850" y="1003813"/>
            <a:ext cx="3039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800"/>
              <a:buFont typeface="Noto Sans Symbols"/>
              <a:buChar char="▪"/>
            </a:pPr>
            <a:r>
              <a:rPr b="0" i="0" lang="fr-FR" sz="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Insert planning with timeline (phases, milestones &amp; Go live date)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48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427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698" name="Google Shape;698;p3"/>
          <p:cNvGraphicFramePr/>
          <p:nvPr/>
        </p:nvGraphicFramePr>
        <p:xfrm>
          <a:off x="323849" y="38455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{934FFD60-6B57-453A-9282-2F6B59944FBC}</a:tableStyleId>
              </a:tblPr>
              <a:tblGrid>
                <a:gridCol w="938475"/>
                <a:gridCol w="737500"/>
                <a:gridCol w="838000"/>
                <a:gridCol w="950775"/>
                <a:gridCol w="725200"/>
                <a:gridCol w="838000"/>
                <a:gridCol w="838000"/>
                <a:gridCol w="838000"/>
                <a:gridCol w="838000"/>
                <a:gridCol w="838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Cyber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Infra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Devops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M365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Solution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MDC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PM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Business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Budget (m/d)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Used (m/d)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To do (m/d)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uverture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nu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hapitre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Contenu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Bonnes pratiques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xte et Visuel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xt et graphique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ommaire">
  <a:themeElements>
    <a:clrScheme name="Personnalisé 17">
      <a:dk1>
        <a:srgbClr val="000000"/>
      </a:dk1>
      <a:lt1>
        <a:srgbClr val="FFFFFF"/>
      </a:lt1>
      <a:dk2>
        <a:srgbClr val="5A7382"/>
      </a:dk2>
      <a:lt2>
        <a:srgbClr val="559BB4"/>
      </a:lt2>
      <a:accent1>
        <a:srgbClr val="D22328"/>
      </a:accent1>
      <a:accent2>
        <a:srgbClr val="003D4A"/>
      </a:accent2>
      <a:accent3>
        <a:srgbClr val="643C5A"/>
      </a:accent3>
      <a:accent4>
        <a:srgbClr val="647D6E"/>
      </a:accent4>
      <a:accent5>
        <a:srgbClr val="F58027"/>
      </a:accent5>
      <a:accent6>
        <a:srgbClr val="35ADA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2019-01-09T08:27:04Z</dcterms:created>
  <dc:creator>PleEditorial@systragroup.onmicrosoft.com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0x0101005901A0A2E7D60145BB496864AD161E46</vt:lpwstr>
  </property>
  <property fmtid="{D5CDD505-2E9C-101B-9397-08002B2CF9AE}" pid="3" name="AuthorIds_UIVersion_103936">
    <vt:lpwstr>42</vt:lpwstr>
  </property>
  <property fmtid="{D5CDD505-2E9C-101B-9397-08002B2CF9AE}" pid="4" name="MediaServiceImageTags">
    <vt:lpwstr/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